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784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SLIDES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4196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196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4196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534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34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81534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ORGANIZERS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5257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published policies set the operating baseline for the first event.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92240" y="107899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48272" y="177393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33488" y="128016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applies to attendees, speakers, sponsors, and volunteers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281635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48272" y="351129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33488" y="301752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rules cover registration data and media use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slides</dc:subject>
  <dc:creator>WorkshopLM</dc:creator>
  <cp:lastModifiedBy>WorkshopLM</cp:lastModifiedBy>
  <cp:revision>1</cp:revision>
  <dcterms:created xsi:type="dcterms:W3CDTF">2026-07-16T21:54:15Z</dcterms:created>
  <dcterms:modified xsi:type="dcterms:W3CDTF">2026-07-16T21:54:15Z</dcterms:modified>
</cp:coreProperties>
</file>