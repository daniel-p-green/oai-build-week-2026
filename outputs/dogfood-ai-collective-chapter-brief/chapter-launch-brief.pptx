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Frequently Asked Questions · What’s The AI Collective itself?
Claim ID: claim-aic-event-formats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derived-30-day-launch-plan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https://www.aicollective.com/files/Code%20of%20Conduct.pdf · Purpose, Scope, Expected Behavior
https://www.aicollective.com/files/Data%20Privacy%20and%20Use%20Policy%20~%20The%20AI%20Collective.pdf · Introduction and Scope
Claim ID: claim-aic-conduct-privacy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derived-launch-decisions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
https://newsletter.aicollective.com/ · Frequently Asked Questions
Claim ID: derived-launch-recommendation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920240"/>
            <a:ext cx="5029200" cy="5029200"/>
          </a:xfrm>
          <a:prstGeom prst="ellipse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CLIENT PRESENTATION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AF8F3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plan for launching a credible, repeatable local chapter.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68580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21792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621792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FF640D">
              <a:alpha val="8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58768" y="1572768"/>
            <a:ext cx="7132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86200" y="3246120"/>
            <a:ext cx="681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132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385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lead team and chapter purpose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7472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931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63931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the first format, venue, and partner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6364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2823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registration and activate local outreach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5256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5256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715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21715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the first event and review the evidence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FF640D">
              <a:alpha val="8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58768" y="1572768"/>
            <a:ext cx="7132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financial sustainability before launch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86200" y="3246120"/>
            <a:ext cx="681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 repeatable venue and partner model as a launch condition—not cleanup after the first event.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begins at registration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of Conduct covers attendees, speakers, sponsors, and volunteers. The current privacy policy governs event registration data and media use.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18120" y="658368"/>
            <a:ext cx="3703320" cy="5440680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83880" y="388620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SOURCE-BACKED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156448" y="43159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Conduct and Privacy policies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· Conduct and Privacy policies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REQUIRED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353312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three decisions before announcing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30632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1717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 is credible when ownership, the first experience, and the operating partner are explicit.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20840" y="1078992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67728" y="140817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498080" y="12801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chapter and each launch workstream?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720840" y="2194560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7728" y="25237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498080" y="23957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first event format and target date?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20840" y="3310128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67728" y="36393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49808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venue or partner makes the cadence sustainable?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decision frame · HQ validation required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30-day chapter launch sprint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week one to confirm owners and HQ requirements. Do not announce until the first format, date, venue, and trust obligations have named owners.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WorkshopLM recommendation · grounded in chapter brief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</dc:title>
  <dc:subject>Grounded, source-defensible presentation</dc:subject>
  <dc:creator>WorkshopLM</dc:creator>
  <cp:lastModifiedBy>WorkshopLM</cp:lastModifiedBy>
  <cp:revision>1</cp:revision>
  <dcterms:created xsi:type="dcterms:W3CDTF">2026-07-16T04:05:17Z</dcterms:created>
  <dcterms:modified xsi:type="dcterms:W3CDTF">2026-07-16T04:05:17Z</dcterms:modified>
</cp:coreProperties>
</file>