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05
Claim ID: claim-bb80dd1be045-4-1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30
Claim ID: claim-bb80dd1be045-29-2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79
Claim ID: claim-60bb5377e97a-78-1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81
Claim ID: claim-60bb5377e97a-80-3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920240"/>
            <a:ext cx="5029200" cy="5029200"/>
          </a:xfrm>
          <a:prstGeom prst="ellipse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51206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434340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CLIENT PRESENTATION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58368" y="4681728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briefing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85800" y="583387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AF8F3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chapter lead, you’ll be seen as a leader and facilitator in your local AI scene.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Become a go-to resource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 chapter lead, you’ll be seen as a leader and facilitator in your local AI scene.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01568" cy="6858000"/>
          </a:xfrm>
          <a:prstGeom prst="rect">
            <a:avLst/>
          </a:prstGeom>
          <a:solidFill>
            <a:srgbClr val="FF640D">
              <a:alpha val="8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92024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400" dirty="0"/>
          </a:p>
        </p:txBody>
      </p:sp>
      <p:sp>
        <p:nvSpPr>
          <p:cNvPr id="4" name="Text 2"/>
          <p:cNvSpPr/>
          <p:nvPr/>
        </p:nvSpPr>
        <p:spPr>
          <a:xfrm>
            <a:off x="3886200" y="11704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858768" y="1901952"/>
            <a:ext cx="7132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events are financially sustainable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5800" dirty="0"/>
          </a:p>
        </p:txBody>
      </p:sp>
      <p:sp>
        <p:nvSpPr>
          <p:cNvPr id="5" name="Text 3"/>
          <p:cNvSpPr/>
          <p:nvPr/>
        </p:nvSpPr>
        <p:spPr>
          <a:xfrm>
            <a:off x="68580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217920" y="1353312"/>
            <a:ext cx="489204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17920" y="1627632"/>
            <a:ext cx="4892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5800" dirty="0"/>
          </a:p>
        </p:txBody>
      </p:sp>
      <p:sp>
        <p:nvSpPr>
          <p:cNvPr id="8" name="Text 6"/>
          <p:cNvSpPr/>
          <p:nvPr/>
        </p:nvSpPr>
        <p:spPr>
          <a:xfrm>
            <a:off x="6217920" y="2962656"/>
            <a:ext cx="4892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85800" y="38862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 volunteer organizers, with a community that includes everyone from solo founders to teams at the biggest AI labs in the world.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64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MOVE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 chapter in your city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000000">
              <a:alpha val="8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 also attend an event, volunteer to organize, or pitch a Byte article.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briefing</dc:title>
  <dc:subject>Grounded, source-defensible presentation</dc:subject>
  <dc:creator>WorkshopLM</dc:creator>
  <cp:lastModifiedBy>WorkshopLM</cp:lastModifiedBy>
  <cp:revision>1</cp:revision>
  <dcterms:created xsi:type="dcterms:W3CDTF">2026-07-15T22:28:36Z</dcterms:created>
  <dcterms:modified xsi:type="dcterms:W3CDTF">2026-07-15T22:28:36Z</dcterms:modified>
</cp:coreProperties>
</file>