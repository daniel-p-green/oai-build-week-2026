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PRESENTATION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of Conduct covers attendees, speakers, sponsors, and volunteers. The current privacy policy governs event registration data and media use.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SOURCE-BACKED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Conduct and Privacy policies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REQUIRED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presentation</dc:subject>
  <dc:creator>WorkshopLM</dc:creator>
  <cp:lastModifiedBy>WorkshopLM</cp:lastModifiedBy>
  <cp:revision>1</cp:revision>
  <dcterms:created xsi:type="dcterms:W3CDTF">2026-07-16T02:49:17Z</dcterms:created>
  <dcterms:modified xsi:type="dcterms:W3CDTF">2026-07-16T02:49:17Z</dcterms:modified>
</cp:coreProperties>
</file>