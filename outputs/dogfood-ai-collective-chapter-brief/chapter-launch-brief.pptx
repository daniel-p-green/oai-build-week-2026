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81
Claim ID: claim-60bb5377e97a-80-3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206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ORGANIZER BRIEF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briefing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“go-to” resource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GenAI Collective Chapter Startup FAQ · chunk 05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400" dirty="0"/>
          </a:p>
        </p:txBody>
      </p:sp>
      <p:sp>
        <p:nvSpPr>
          <p:cNvPr id="3" name="Text 1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858768" y="1572768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events are financially sustainable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886200" y="3246120"/>
            <a:ext cx="681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we’ll help you with this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GenAI Collective Chapter Startup FAQ · chunk 30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a global non-profit with 180+ chapters across 40+…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a global non-profit with 180+ chapters across 40+ countries, 400+ volunteer organizers, and a community that includes everyone from solo founders to teams at the biggest AI labs in the world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18120" y="658368"/>
            <a:ext cx="3703320" cy="5440680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83880" y="388620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TRACEABLE BY DESIGN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156448" y="43159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Collective Newsletter · chunk 79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The AI Collective Newsletter · chunk 79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chapter in your city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AF8F3">
              <a:alpha val="80000"/>
            </a:srgbClr>
          </a:solidFill>
          <a:ln w="12700">
            <a:solidFill>
              <a:srgbClr val="FAF8F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there, you can attend an event, volunteer to organize, pitch a Byte article, or start a chapter in your city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The AI Collective Newsletter · chunk 81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briefing</dc:title>
  <dc:subject>Grounded, source-defensible presentation</dc:subject>
  <dc:creator>WorkshopLM</dc:creator>
  <cp:lastModifiedBy>WorkshopLM</cp:lastModifiedBy>
  <cp:revision>1</cp:revision>
  <dcterms:created xsi:type="dcterms:W3CDTF">2026-07-15T17:05:46Z</dcterms:created>
  <dcterms:modified xsi:type="dcterms:W3CDTF">2026-07-15T17:05:46Z</dcterms:modified>
</cp:coreProperties>
</file>