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WorkshopLM source trace
Local PDF · GenAI Collective Chapter Startup FAQ.pdf · chunk 05
Claim ID: claim-bb80dd1be045-4-1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WorkshopLM source trace
Local PDF · GenAI Collective Chapter Startup FAQ.pdf · chunk 30
Claim ID: claim-bb80dd1be045-29-2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WorkshopLM source trace
https://newsletter.aicollective.com/ · chunk 79
Claim ID: claim-60bb5377e97a-78-1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WorkshopLM source trace
https://newsletter.aicollective.com/ · chunk 81
Claim ID: claim-60bb5377e97a-80-3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17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1920240"/>
            <a:ext cx="5029200" cy="5029200"/>
          </a:xfrm>
          <a:prstGeom prst="ellipse">
            <a:avLst/>
          </a:prstGeom>
          <a:solidFill>
            <a:srgbClr val="FF640D"/>
          </a:solidFill>
          <a:ln w="12700">
            <a:solidFill>
              <a:srgbClr val="FF640D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566928"/>
            <a:ext cx="512064" cy="62179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85800" y="4343400"/>
            <a:ext cx="6949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FAF8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COLLECTIVE · CLIENT PRESENTATION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658368" y="4681728"/>
            <a:ext cx="9784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200" dirty="0">
                <a:solidFill>
                  <a:srgbClr val="FAF8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Collective chapter launch briefing</a:t>
            </a:r>
            <a:endParaRPr lang="en-US" sz="4200" dirty="0"/>
          </a:p>
        </p:txBody>
      </p:sp>
      <p:sp>
        <p:nvSpPr>
          <p:cNvPr id="6" name="Text 3"/>
          <p:cNvSpPr/>
          <p:nvPr/>
        </p:nvSpPr>
        <p:spPr>
          <a:xfrm>
            <a:off x="685800" y="5833872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AF8F3">
                    <a:alpha val="7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a chapter lead, you’ll be seen as a leader and facilitator in your local AI scene.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58368" y="6547104"/>
            <a:ext cx="9966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FAF8F3">
                    <a:alpha val="66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Approved brief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11018520" y="651967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AF8F3">
                    <a:alpha val="66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1078992"/>
            <a:ext cx="5120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FF64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INSIGHT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58368" y="1572768"/>
            <a:ext cx="1037844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80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Become a go-to resource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85800" y="4041648"/>
            <a:ext cx="64008" cy="1170432"/>
          </a:xfrm>
          <a:prstGeom prst="rect">
            <a:avLst/>
          </a:prstGeom>
          <a:solidFill>
            <a:srgbClr val="FF640D"/>
          </a:solidFill>
          <a:ln w="12700">
            <a:solidFill>
              <a:srgbClr val="FF640D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4005072"/>
            <a:ext cx="8138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a chapter lead, you’ll be seen as a leader and facilitator in your local AI scene.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58368" y="6547104"/>
            <a:ext cx="9966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71717">
                    <a:alpha val="66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Chapter Startup FAQ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018520" y="651967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171717">
                    <a:alpha val="66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717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1207008"/>
            <a:ext cx="64008" cy="4160520"/>
          </a:xfrm>
          <a:prstGeom prst="rect">
            <a:avLst/>
          </a:prstGeom>
          <a:solidFill>
            <a:srgbClr val="FF640D"/>
          </a:solidFill>
          <a:ln w="12700">
            <a:solidFill>
              <a:srgbClr val="FF640D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281160" y="4315968"/>
            <a:ext cx="233172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400" dirty="0">
                <a:solidFill>
                  <a:srgbClr val="FF640D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400" dirty="0"/>
          </a:p>
        </p:txBody>
      </p:sp>
      <p:sp>
        <p:nvSpPr>
          <p:cNvPr id="4" name="Text 2"/>
          <p:cNvSpPr/>
          <p:nvPr/>
        </p:nvSpPr>
        <p:spPr>
          <a:xfrm>
            <a:off x="1005840" y="1353312"/>
            <a:ext cx="5120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FF64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CHANGES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87552" y="1828800"/>
            <a:ext cx="84124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400" dirty="0">
                <a:solidFill>
                  <a:srgbClr val="FAF8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events are financially sustainable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658368" y="6547104"/>
            <a:ext cx="9966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FAF8F3">
                    <a:alpha val="66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Chapter Startup FAQ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018520" y="651967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AF8F3">
                    <a:alpha val="66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749808"/>
            <a:ext cx="5120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FF64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685800" y="1353312"/>
            <a:ext cx="4892040" cy="22860"/>
          </a:xfrm>
          <a:prstGeom prst="rect">
            <a:avLst/>
          </a:prstGeom>
          <a:solidFill>
            <a:srgbClr val="FF640D"/>
          </a:solidFill>
          <a:ln w="12700">
            <a:solidFill>
              <a:srgbClr val="FF640D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1627632"/>
            <a:ext cx="48920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180+</a:t>
            </a:r>
            <a:endParaRPr lang="en-US" sz="5800" dirty="0"/>
          </a:p>
        </p:txBody>
      </p:sp>
      <p:sp>
        <p:nvSpPr>
          <p:cNvPr id="5" name="Text 3"/>
          <p:cNvSpPr/>
          <p:nvPr/>
        </p:nvSpPr>
        <p:spPr>
          <a:xfrm>
            <a:off x="685800" y="2962656"/>
            <a:ext cx="4892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71717">
                    <a:alpha val="66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CHAPTERS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6217920" y="1353312"/>
            <a:ext cx="4892040" cy="22860"/>
          </a:xfrm>
          <a:prstGeom prst="rect">
            <a:avLst/>
          </a:prstGeom>
          <a:solidFill>
            <a:srgbClr val="FF640D"/>
          </a:solidFill>
          <a:ln w="12700">
            <a:solidFill>
              <a:srgbClr val="FF640D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0" y="1627632"/>
            <a:ext cx="48920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40+</a:t>
            </a:r>
            <a:endParaRPr lang="en-US" sz="5800" dirty="0"/>
          </a:p>
        </p:txBody>
      </p:sp>
      <p:sp>
        <p:nvSpPr>
          <p:cNvPr id="8" name="Text 6"/>
          <p:cNvSpPr/>
          <p:nvPr/>
        </p:nvSpPr>
        <p:spPr>
          <a:xfrm>
            <a:off x="6217920" y="2962656"/>
            <a:ext cx="4892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71717">
                    <a:alpha val="66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COUNTRIES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85800" y="3886200"/>
            <a:ext cx="8961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400+ volunteer organizers, with a community that includes everyone from solo founders to teams at the biggest AI labs in the world.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58368" y="6547104"/>
            <a:ext cx="9966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71717">
                    <a:alpha val="66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AI Collective Newsletter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1018520" y="651967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171717">
                    <a:alpha val="66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64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932688"/>
            <a:ext cx="5120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RECOMMENDED NEXT MOVE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58368" y="1417320"/>
            <a:ext cx="1037844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a chapter in your city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685800" y="4041648"/>
            <a:ext cx="64008" cy="1170432"/>
          </a:xfrm>
          <a:prstGeom prst="rect">
            <a:avLst/>
          </a:prstGeom>
          <a:solidFill>
            <a:srgbClr val="000000">
              <a:alpha val="8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4005072"/>
            <a:ext cx="8138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can also attend an event, volunteer to organize, or pitch a Byte article.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58368" y="6547104"/>
            <a:ext cx="9966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00000">
                    <a:alpha val="66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AI Collective Newsletter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018520" y="651967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000000">
                    <a:alpha val="66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WorkshopLM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Collective chapter launch briefing</dc:title>
  <dc:subject>Grounded, source-defensible presentation</dc:subject>
  <dc:creator>WorkshopLM</dc:creator>
  <cp:lastModifiedBy>WorkshopLM</cp:lastModifiedBy>
  <cp:revision>1</cp:revision>
  <dcterms:created xsi:type="dcterms:W3CDTF">2026-07-15T23:40:25Z</dcterms:created>
  <dcterms:modified xsi:type="dcterms:W3CDTF">2026-07-15T23:40:25Z</dcterms:modified>
</cp:coreProperties>
</file>