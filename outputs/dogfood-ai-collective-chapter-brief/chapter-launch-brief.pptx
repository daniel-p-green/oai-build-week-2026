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Local PDF · GenAI Collective Chapter Startup FAQ.pdf · chunk 05
Claim ID: claim-bb80dd1be045-4-1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Local PDF · GenAI Collective Chapter Startup FAQ.pdf · chunk 30
Claim ID: claim-bb80dd1be045-29-2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https://newsletter.aicollective.com/ · chunk 79
Claim ID: claim-60bb5377e97a-78-1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https://newsletter.aicollective.com/ · chunk 81
Claim ID: claim-60bb5377e97a-80-3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7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1920240"/>
            <a:ext cx="5029200" cy="5029200"/>
          </a:xfrm>
          <a:prstGeom prst="ellipse">
            <a:avLst/>
          </a:prstGeom>
          <a:solidFill>
            <a:srgbClr val="FF640D"/>
          </a:solidFill>
          <a:ln w="12700">
            <a:solidFill>
              <a:srgbClr val="FF640D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512064" cy="62179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5800" y="434340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COLLECTIVE · CLIENT PRESENTATION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658368" y="4681728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20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Collective chapter launch briefing</a:t>
            </a:r>
            <a:endParaRPr lang="en-US" sz="4200" dirty="0"/>
          </a:p>
        </p:txBody>
      </p:sp>
      <p:sp>
        <p:nvSpPr>
          <p:cNvPr id="6" name="Text 3"/>
          <p:cNvSpPr/>
          <p:nvPr/>
        </p:nvSpPr>
        <p:spPr>
          <a:xfrm>
            <a:off x="685800" y="5833872"/>
            <a:ext cx="7132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AF8F3">
                    <a:alpha val="7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a chapter lead, you’ll be seen as a leader and facilitator in your local AI scene.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 brief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78992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INSIGHT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1572768"/>
            <a:ext cx="1037844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Become a go-to resource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85800" y="4041648"/>
            <a:ext cx="64008" cy="1170432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4005072"/>
            <a:ext cx="8138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a chapter lead, you’ll be seen as a leader and facilitator in your local AI scene.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Chapter Startup FAQ · chunk 05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401568" cy="6858000"/>
          </a:xfrm>
          <a:prstGeom prst="rect">
            <a:avLst/>
          </a:prstGeom>
          <a:solidFill>
            <a:srgbClr val="FF640D">
              <a:alpha val="8000"/>
            </a:srgbClr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1920240"/>
            <a:ext cx="2743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400" dirty="0"/>
          </a:p>
        </p:txBody>
      </p:sp>
      <p:sp>
        <p:nvSpPr>
          <p:cNvPr id="4" name="Text 2"/>
          <p:cNvSpPr/>
          <p:nvPr/>
        </p:nvSpPr>
        <p:spPr>
          <a:xfrm>
            <a:off x="3886200" y="1170432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858768" y="1901952"/>
            <a:ext cx="71323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events are financially sustainable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Chapter Startup FAQ · chunk 30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749808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6675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180+ chapters across 40+ countries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85800" y="2788920"/>
            <a:ext cx="64008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400+ volunteer organizers, with a community that includes everyone from solo founders to teams at the biggest AI labs in the world.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818120" y="658368"/>
            <a:ext cx="3703320" cy="5440680"/>
          </a:xfrm>
          <a:prstGeom prst="rect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183880" y="3886200"/>
            <a:ext cx="2880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TRACEABLE BY DESIGN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156448" y="43159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Collective Newsletter · chunk 79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AI Collective Newsletter · chunk 79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64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932688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 NEXT MOVE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1417320"/>
            <a:ext cx="1037844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20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a chapter in your city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85800" y="4041648"/>
            <a:ext cx="64008" cy="1170432"/>
          </a:xfrm>
          <a:prstGeom prst="rect">
            <a:avLst/>
          </a:prstGeom>
          <a:solidFill>
            <a:srgbClr val="FAF8F3">
              <a:alpha val="80000"/>
            </a:srgbClr>
          </a:solidFill>
          <a:ln w="12700">
            <a:solidFill>
              <a:srgbClr val="FAF8F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4005072"/>
            <a:ext cx="8138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can also attend an event, volunteer to organize, or pitch a Byte article.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AI Collective Newsletter · chunk 81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WorkshopLM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Collective chapter launch briefing</dc:title>
  <dc:subject>Grounded, source-defensible presentation</dc:subject>
  <dc:creator>WorkshopLM</dc:creator>
  <cp:lastModifiedBy>WorkshopLM</cp:lastModifiedBy>
  <cp:revision>1</cp:revision>
  <dcterms:created xsi:type="dcterms:W3CDTF">2026-07-15T18:26:14Z</dcterms:created>
  <dcterms:modified xsi:type="dcterms:W3CDTF">2026-07-15T18:26:14Z</dcterms:modified>
</cp:coreProperties>
</file>