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WorkshopLM source trace
claim-23c939c71e00-0-2
Founder-authorized script with AI narration · chunk 01
claim-23c939c71e00-0-1
Founder-authorized script with AI narration · chunk 01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85FF"/>
          </a:solidFill>
          <a:ln w="12700">
            <a:solidFill>
              <a:srgbClr val="028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53035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02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INFOGRAPHIC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21792" y="960120"/>
            <a:ext cx="10789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WorkshopLM Build Week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938528"/>
            <a:ext cx="5321808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938528"/>
            <a:ext cx="5321808" cy="54864"/>
          </a:xfrm>
          <a:prstGeom prst="rect">
            <a:avLst/>
          </a:prstGeom>
          <a:solidFill>
            <a:srgbClr val="0285FF"/>
          </a:solidFill>
          <a:ln w="12700">
            <a:solidFill>
              <a:srgbClr val="0285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" y="2093976"/>
            <a:ext cx="256032" cy="256032"/>
          </a:xfrm>
          <a:prstGeom prst="ellipse">
            <a:avLst/>
          </a:prstGeom>
          <a:solidFill>
            <a:srgbClr val="0285FF"/>
          </a:solidFill>
          <a:ln w="12700">
            <a:solidFill>
              <a:srgbClr val="0285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2171700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" b="1" spc="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80" dirty="0"/>
          </a:p>
        </p:txBody>
      </p:sp>
      <p:sp>
        <p:nvSpPr>
          <p:cNvPr id="9" name="Text 7"/>
          <p:cNvSpPr/>
          <p:nvPr/>
        </p:nvSpPr>
        <p:spPr>
          <a:xfrm>
            <a:off x="1243584" y="2171700"/>
            <a:ext cx="4498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10" kern="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877824" y="2468880"/>
            <a:ext cx="488289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 should feel simple but built for serious work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77824" y="3767328"/>
            <a:ext cx="48828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D0D0D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OpenAI quality and two clear moments of human control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77824" y="5559552"/>
            <a:ext cx="4882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0" dirty="0">
                <a:solidFill>
                  <a:srgbClr val="0D0D0D">
                    <a:alpha val="5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Project brainstorm</a:t>
            </a:r>
            <a:endParaRPr lang="en-US" sz="520" dirty="0"/>
          </a:p>
        </p:txBody>
      </p:sp>
      <p:sp>
        <p:nvSpPr>
          <p:cNvPr id="13" name="Shape 11"/>
          <p:cNvSpPr/>
          <p:nvPr/>
        </p:nvSpPr>
        <p:spPr>
          <a:xfrm>
            <a:off x="6199632" y="1938528"/>
            <a:ext cx="5349240" cy="3840480"/>
          </a:xfrm>
          <a:prstGeom prst="rect">
            <a:avLst/>
          </a:prstGeom>
          <a:solidFill>
            <a:srgbClr val="0285FF"/>
          </a:solidFill>
          <a:ln w="10160">
            <a:solidFill>
              <a:srgbClr val="0285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19088" y="2093976"/>
            <a:ext cx="256032" cy="25603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9088" y="2171700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" b="1" spc="50" kern="0" dirty="0">
                <a:solidFill>
                  <a:srgbClr val="02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80" dirty="0"/>
          </a:p>
        </p:txBody>
      </p:sp>
      <p:sp>
        <p:nvSpPr>
          <p:cNvPr id="16" name="Text 14"/>
          <p:cNvSpPr/>
          <p:nvPr/>
        </p:nvSpPr>
        <p:spPr>
          <a:xfrm>
            <a:off x="6784848" y="2171700"/>
            <a:ext cx="4526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1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6419088" y="2468880"/>
            <a:ext cx="491032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a single workspace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19088" y="3767328"/>
            <a:ext cx="4910328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00000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preserves source traceability across mapping and output creation, with two clear human-control moments built into the flow.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19088" y="5559552"/>
            <a:ext cx="49103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0" dirty="0">
                <a:solidFill>
                  <a:srgbClr val="000000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Project brainstorm</a:t>
            </a:r>
            <a:endParaRPr lang="en-US" sz="520" dirty="0"/>
          </a:p>
        </p:txBody>
      </p:sp>
      <p:sp>
        <p:nvSpPr>
          <p:cNvPr id="21" name="Text 18"/>
          <p:cNvSpPr/>
          <p:nvPr/>
        </p:nvSpPr>
        <p:spPr>
          <a:xfrm>
            <a:off x="658368" y="651052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D0D0D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WorkshopLM official demo · Approved Brief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WorkshopLM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WorkshopLM Build Week infographic</dc:title>
  <dc:subject>Grounded, source-defensible infographic</dc:subject>
  <dc:creator>WorkshopLM</dc:creator>
  <cp:lastModifiedBy>WorkshopLM</cp:lastModifiedBy>
  <cp:revision>1</cp:revision>
  <dcterms:created xsi:type="dcterms:W3CDTF">2026-07-20T19:11:11Z</dcterms:created>
  <dcterms:modified xsi:type="dcterms:W3CDTF">2026-07-20T19:11:11Z</dcterms:modified>
</cp:coreProperties>
</file>