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Founder-authorized script with AI narration · chunk 01
Claim ID: claim-23c939c71e00-0-2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Founder-authorized script with AI narration · chunk 01
Claim ID: claim-23c939c71e00-0-1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658368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3434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OFFICIAL DEMO · CLIENT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46817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5833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brief grounded in 1 selected source.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should feel simple but built for serious work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OpenAI quality and two clear moments of human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 single workspace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preserves source traceability across mapping and output creation, with two clear human-control moments built into the flow.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</dc:title>
  <dc:subject>Grounded, source-defensible presentation</dc:subject>
  <dc:creator>WorkshopLM</dc:creator>
  <cp:lastModifiedBy>WorkshopLM</cp:lastModifiedBy>
  <cp:revision>1</cp:revision>
  <dcterms:created xsi:type="dcterms:W3CDTF">2026-07-20T19:16:27Z</dcterms:created>
  <dcterms:modified xsi:type="dcterms:W3CDTF">2026-07-20T19:16:27Z</dcterms:modified>
</cp:coreProperties>
</file>