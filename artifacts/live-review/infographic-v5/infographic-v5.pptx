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claim-3bc07007d1b8-0-1
Sanitized fixture · chunk 01
claim-3bc07007d1b8-1-1
Sanitized fixture · chunk 02
claim-3bc07007d1b8-2-1
Sanitized fixture · chunk 03
claim-3bc07007d1b8-3-1
Sanitized fixture · chunk 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68E3"/>
          </a:solidFill>
          <a:ln w="12700">
            <a:solidFill>
              <a:srgbClr val="1668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303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SOURCE-DEFENSIBLE BRIEF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Build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102352" cy="18288"/>
          </a:xfrm>
          <a:prstGeom prst="rect">
            <a:avLst/>
          </a:prstGeom>
          <a:solidFill>
            <a:srgbClr val="171816">
              <a:alpha val="18000"/>
            </a:srgbClr>
          </a:solidFill>
          <a:ln w="12700">
            <a:solidFill>
              <a:srgbClr val="17181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turns messy meetings into professional knowledge work teams can defend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grounded source documents and brand rules preserving their standards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217920" y="1847088"/>
            <a:ext cx="5102352" cy="18288"/>
          </a:xfrm>
          <a:prstGeom prst="rect">
            <a:avLst/>
          </a:prstGeom>
          <a:solidFill>
            <a:srgbClr val="171816">
              <a:alpha val="18000"/>
            </a:srgbClr>
          </a:solidFill>
          <a:ln w="12700">
            <a:solidFill>
              <a:srgbClr val="1718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39712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client-ready work is slow and fragmented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39712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understanding, design, and production live in disconnected 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39712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58368" y="3922776"/>
            <a:ext cx="5102352" cy="18288"/>
          </a:xfrm>
          <a:prstGeom prst="rect">
            <a:avLst/>
          </a:prstGeom>
          <a:solidFill>
            <a:srgbClr val="171816">
              <a:alpha val="18000"/>
            </a:srgbClr>
          </a:solidFill>
          <a:ln w="12700">
            <a:solidFill>
              <a:srgbClr val="1718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claim retains an exact source locator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evidence stays inspectable from the editable Map through the final presentation and Storyboard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217920" y="3922776"/>
            <a:ext cx="5102352" cy="18288"/>
          </a:xfrm>
          <a:prstGeom prst="rect">
            <a:avLst/>
          </a:prstGeom>
          <a:solidFill>
            <a:srgbClr val="171816">
              <a:alpha val="18000"/>
            </a:srgbClr>
          </a:solidFill>
          <a:ln w="12700">
            <a:solidFill>
              <a:srgbClr val="1718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9712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should use two deliberate sign-offs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39712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816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grounded Brief before creating professional knowledge work, then approve the Storyboard before rendering Video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9712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816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Recorded fixture brainstorm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1816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professional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WorkshopLM Build Week infographic</dc:title>
  <dc:subject>Grounded, source-defensible infographic</dc:subject>
  <dc:creator>WorkshopLM</dc:creator>
  <cp:lastModifiedBy>WorkshopLM</cp:lastModifiedBy>
  <cp:revision>1</cp:revision>
  <dcterms:created xsi:type="dcterms:W3CDTF">2026-07-17T00:14:48Z</dcterms:created>
  <dcterms:modified xsi:type="dcterms:W3CDTF">2026-07-17T00:14:48Z</dcterms:modified>
</cp:coreProperties>
</file>