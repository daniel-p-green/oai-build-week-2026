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gpt-realtime-2.1 capture-only fallback · chunk 01
Claim ID: claim-e3f49c2f9afa-0-1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Sanitized operator fixture · chunk 01
Claim ID: claim-820da955489c-0-1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Sanitized operator fixture · chunk 01
Claim ID: claim-820da955489c-0-2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Sanitized operator fixture · chunk 01
Claim ID: claim-820da955489c-0-3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658368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3434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OFFICIAL DEMO · CLIENT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368" y="468172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Build Week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85800" y="58338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decision-ready brief grounded in 3 selected sources.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78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messy spoken idea becomes a grounded Map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continues through an approved Brief, coherent visuals, an editable Storyboard, and the final Build Week Video.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Voice brainstorm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continuous path from Capture to Deliver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3374136" cy="41148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784348"/>
            <a:ext cx="3374136" cy="1938528"/>
          </a:xfrm>
          <a:prstGeom prst="rect">
            <a:avLst/>
          </a:prstGeom>
          <a:solidFill>
            <a:srgbClr val="0285FF">
              <a:alpha val="6000"/>
            </a:srgbClr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309067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6968" y="373075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05656" y="358444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07408" y="2743200"/>
            <a:ext cx="3374136" cy="41148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2784348"/>
            <a:ext cx="3374136" cy="1938528"/>
          </a:xfrm>
          <a:prstGeom prst="rect">
            <a:avLst/>
          </a:prstGeom>
          <a:solidFill>
            <a:srgbClr val="0285FF">
              <a:alpha val="6000"/>
            </a:srgbClr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309067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08576" y="373075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827264" y="358444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29016" y="2743200"/>
            <a:ext cx="3374136" cy="41148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9016" y="2784348"/>
            <a:ext cx="3374136" cy="1938528"/>
          </a:xfrm>
          <a:prstGeom prst="rect">
            <a:avLst/>
          </a:prstGeom>
          <a:solidFill>
            <a:srgbClr val="0285FF">
              <a:alpha val="6000"/>
            </a:srgbClr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309067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30184" y="373075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Build Week judge path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6675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factual claim must retain a visible source locator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818120" y="658368"/>
            <a:ext cx="3703320" cy="5440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3880" y="388620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SOURCE-BACKED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56448" y="43159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Week judge path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Build Week judge path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0D0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MOVE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011680"/>
            <a:ext cx="10378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demo video must remain under three minutes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Build Week judge path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WorkshopLM Build Week</dc:title>
  <dc:subject>Grounded, source-defensible presentation</dc:subject>
  <dc:creator>WorkshopLM</dc:creator>
  <cp:lastModifiedBy>WorkshopLM</cp:lastModifiedBy>
  <cp:revision>1</cp:revision>
  <dcterms:created xsi:type="dcterms:W3CDTF">2026-07-16T11:56:53Z</dcterms:created>
  <dcterms:modified xsi:type="dcterms:W3CDTF">2026-07-16T11:56:53Z</dcterms:modified>
</cp:coreProperties>
</file>