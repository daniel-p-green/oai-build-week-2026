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WorkshopLM source trace
Voice brainstorm · chunk 04
Claim ID: path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920240"/>
            <a:ext cx="5029200" cy="5029200"/>
          </a:xfrm>
          <a:prstGeom prst="ellipse">
            <a:avLst/>
          </a:prstGeom>
          <a:solidFill>
            <a:srgbClr val="0285FF"/>
          </a:solidFill>
          <a:ln w="12700">
            <a:solidFill>
              <a:srgbClr val="028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343400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WORKSHOPLM EDITORIAL · CLIENT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4681728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WorkshopLM workflow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85800" y="583387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raw material to source-defensible work.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6547104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FFFFF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review-v1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49808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2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1170432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continuous path from Capture to Deliver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743200"/>
            <a:ext cx="3374136" cy="41148"/>
          </a:xfrm>
          <a:prstGeom prst="rect">
            <a:avLst/>
          </a:prstGeom>
          <a:solidFill>
            <a:srgbClr val="0285FF"/>
          </a:solidFill>
          <a:ln w="12700">
            <a:solidFill>
              <a:srgbClr val="0285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784348"/>
            <a:ext cx="3374136" cy="1938528"/>
          </a:xfrm>
          <a:prstGeom prst="rect">
            <a:avLst/>
          </a:prstGeom>
          <a:solidFill>
            <a:srgbClr val="0285FF">
              <a:alpha val="6000"/>
            </a:srgbClr>
          </a:solidFill>
          <a:ln w="12700">
            <a:solidFill>
              <a:srgbClr val="0285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3090672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86968" y="3456432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86968" y="4096512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D0D0D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 the raw material.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05656" y="358444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407408" y="2743200"/>
            <a:ext cx="3374136" cy="41148"/>
          </a:xfrm>
          <a:prstGeom prst="rect">
            <a:avLst/>
          </a:prstGeom>
          <a:solidFill>
            <a:srgbClr val="0285FF"/>
          </a:solidFill>
          <a:ln w="12700">
            <a:solidFill>
              <a:srgbClr val="0285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07408" y="2784348"/>
            <a:ext cx="3374136" cy="1938528"/>
          </a:xfrm>
          <a:prstGeom prst="rect">
            <a:avLst/>
          </a:prstGeom>
          <a:solidFill>
            <a:srgbClr val="0285FF">
              <a:alpha val="6000"/>
            </a:srgbClr>
          </a:solidFill>
          <a:ln w="12700">
            <a:solidFill>
              <a:srgbClr val="0285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08576" y="3090672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608576" y="3456432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608576" y="4096512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D0D0D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 what matters.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827264" y="358444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129016" y="2743200"/>
            <a:ext cx="3374136" cy="41148"/>
          </a:xfrm>
          <a:prstGeom prst="rect">
            <a:avLst/>
          </a:prstGeom>
          <a:solidFill>
            <a:srgbClr val="0285FF"/>
          </a:solidFill>
          <a:ln w="12700">
            <a:solidFill>
              <a:srgbClr val="0285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29016" y="2784348"/>
            <a:ext cx="3374136" cy="1938528"/>
          </a:xfrm>
          <a:prstGeom prst="rect">
            <a:avLst/>
          </a:prstGeom>
          <a:solidFill>
            <a:srgbClr val="0285FF">
              <a:alpha val="6000"/>
            </a:srgbClr>
          </a:solidFill>
          <a:ln w="12700">
            <a:solidFill>
              <a:srgbClr val="0285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30184" y="3090672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330184" y="3456432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330184" y="4096512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D0D0D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the finished work.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58368" y="6547104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D0D0D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Voice brainstorm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D0D0D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WorkshopLM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WorkshopLM workflow</dc:title>
  <dc:subject>Grounded, source-defensible presentation</dc:subject>
  <dc:creator>WorkshopLM</dc:creator>
  <cp:lastModifiedBy>WorkshopLM</cp:lastModifiedBy>
  <cp:revision>1</cp:revision>
  <dcterms:created xsi:type="dcterms:W3CDTF">2026-07-16T14:39:29Z</dcterms:created>
  <dcterms:modified xsi:type="dcterms:W3CDTF">2026-07-16T14:39:29Z</dcterms:modified>
</cp:coreProperties>
</file>