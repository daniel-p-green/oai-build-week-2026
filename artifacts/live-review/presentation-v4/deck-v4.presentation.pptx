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gpt-realtime-2.1 capture-only fallback · chunk 01
Claim ID: claim-e3f49c2f9afa-0-1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Sanitized operator fixture · chunk 01
Claim ID: claim-820da955489c-0-1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Sanitized operator fixture · chunk 01
Claim ID: claim-820da955489c-0-2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Sanitized operator fixture · chunk 01
Claim ID: claim-820da955489c-0-3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28" y="658368"/>
            <a:ext cx="5120640" cy="5120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3434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OFFICIAL DEMO · CLIENT PRESENTATION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58368" y="4681728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Build Week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85800" y="583387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decision-ready brief grounded in 3 selected sources.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Brief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7899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572768"/>
            <a:ext cx="10378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should show how a messy spoken idea becomes a grounded Map, an…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4041648"/>
            <a:ext cx="64008" cy="1170432"/>
          </a:xfrm>
          <a:prstGeom prst="rect">
            <a:avLst/>
          </a:prstGeom>
          <a:solidFill>
            <a:srgbClr val="0285FF"/>
          </a:solidFill>
          <a:ln w="12700">
            <a:solidFill>
              <a:srgbClr val="0285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4005072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brief, coherent visuals, an editable storyboard, and the final Build Week demo video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D0D0D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Voice brainstorm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0D0D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07008"/>
            <a:ext cx="64008" cy="4160520"/>
          </a:xfrm>
          <a:prstGeom prst="rect">
            <a:avLst/>
          </a:prstGeom>
          <a:solidFill>
            <a:srgbClr val="0285FF"/>
          </a:solidFill>
          <a:ln w="12700">
            <a:solidFill>
              <a:srgbClr val="0285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81160" y="4315968"/>
            <a:ext cx="2331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400" dirty="0">
                <a:solidFill>
                  <a:srgbClr val="0285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400" dirty="0"/>
          </a:p>
        </p:txBody>
      </p:sp>
      <p:sp>
        <p:nvSpPr>
          <p:cNvPr id="4" name="Text 2"/>
          <p:cNvSpPr/>
          <p:nvPr/>
        </p:nvSpPr>
        <p:spPr>
          <a:xfrm>
            <a:off x="1005840" y="135331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7552" y="1828800"/>
            <a:ext cx="8412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 need one continuous Capture to Shape to Deliver path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Build Week judge path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6675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factual claim must retain a visible source locator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818120" y="658368"/>
            <a:ext cx="3703320" cy="54406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83880" y="388620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SOURCE-BACKED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156448" y="431596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Week judge path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D0D0D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Build Week judge path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0D0D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8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3268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MOVE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2011680"/>
            <a:ext cx="10378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demo video must remain under three minutes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Build Week judge path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WorkshopLM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WorkshopLM Build Week</dc:title>
  <dc:subject>Grounded, source-defensible presentation</dc:subject>
  <dc:creator>WorkshopLM</dc:creator>
  <cp:lastModifiedBy>WorkshopLM</cp:lastModifiedBy>
  <cp:revision>1</cp:revision>
  <dcterms:created xsi:type="dcterms:W3CDTF">2026-07-16T10:35:02Z</dcterms:created>
  <dcterms:modified xsi:type="dcterms:W3CDTF">2026-07-16T10:35:02Z</dcterms:modified>
</cp:coreProperties>
</file>