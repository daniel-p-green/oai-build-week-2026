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claim-3bc07007d1b8-0-1
Sanitized fixture · chunk 01
claim-3bc07007d1b8-1-1
Sanitized fixture · chunk 02
claim-3bc07007d1b8-2-1
Sanitized fixture · chunk 03
claim-3bc07007d1b8-3-1
Sanitized fixture · chunk 04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68E3"/>
          </a:solidFill>
          <a:ln w="12700">
            <a:solidFill>
              <a:srgbClr val="1668E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53035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INFOGRAPHIC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21792" y="960120"/>
            <a:ext cx="10789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Build Week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41248" y="2176272"/>
            <a:ext cx="10533888" cy="32004"/>
          </a:xfrm>
          <a:prstGeom prst="rect">
            <a:avLst/>
          </a:prstGeom>
          <a:solidFill>
            <a:srgbClr val="1668E3">
              <a:alpha val="78000"/>
            </a:srgbClr>
          </a:solidFill>
          <a:ln w="12700">
            <a:solidFill>
              <a:srgbClr val="1668E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975104"/>
            <a:ext cx="438912" cy="438912"/>
          </a:xfrm>
          <a:prstGeom prst="ellipse">
            <a:avLst/>
          </a:prstGeom>
          <a:solidFill>
            <a:srgbClr val="1668E3"/>
          </a:solidFill>
          <a:ln w="50800">
            <a:solidFill>
              <a:srgbClr val="F4F2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2093976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191256" y="208483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2761488"/>
            <a:ext cx="2532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turns messy meetings into professional knowledge work teams can defend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" y="3785616"/>
            <a:ext cx="25328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816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grounded source documents and brand rules preserving their standards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5907024"/>
            <a:ext cx="2532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816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3447288" y="1975104"/>
            <a:ext cx="438912" cy="438912"/>
          </a:xfrm>
          <a:prstGeom prst="ellipse">
            <a:avLst/>
          </a:prstGeom>
          <a:solidFill>
            <a:srgbClr val="1668E3"/>
          </a:solidFill>
          <a:ln w="50800">
            <a:solidFill>
              <a:srgbClr val="F4F2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47288" y="2093976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80176" y="208483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47288" y="2761488"/>
            <a:ext cx="2532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client-ready work is slow and fragmented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47288" y="3785616"/>
            <a:ext cx="25328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816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understanding, design, and production live in disconnected tools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47288" y="5907024"/>
            <a:ext cx="2532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816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236208" y="1975104"/>
            <a:ext cx="438912" cy="438912"/>
          </a:xfrm>
          <a:prstGeom prst="ellipse">
            <a:avLst/>
          </a:prstGeom>
          <a:solidFill>
            <a:srgbClr val="1668E3"/>
          </a:solidFill>
          <a:ln w="50800">
            <a:solidFill>
              <a:srgbClr val="F4F2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2093976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769096" y="208483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36208" y="2761488"/>
            <a:ext cx="2532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factual claim retains an exact source locator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36208" y="3785616"/>
            <a:ext cx="25328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816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evidence stays inspectable from the editable Map through the final presentation and Storyboard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36208" y="5907024"/>
            <a:ext cx="2532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816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9025128" y="1975104"/>
            <a:ext cx="438912" cy="438912"/>
          </a:xfrm>
          <a:prstGeom prst="ellipse">
            <a:avLst/>
          </a:prstGeom>
          <a:solidFill>
            <a:srgbClr val="1668E3"/>
          </a:solidFill>
          <a:ln w="50800">
            <a:solidFill>
              <a:srgbClr val="F4F2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25128" y="2093976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9025128" y="2761488"/>
            <a:ext cx="2532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should use two deliberate sign-offs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025128" y="3785616"/>
            <a:ext cx="25328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816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grounded Brief before creating professional knowledge work, then approve the Storyboard before rendering Video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025128" y="5907024"/>
            <a:ext cx="2532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816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650" dirty="0"/>
          </a:p>
        </p:txBody>
      </p:sp>
      <p:sp>
        <p:nvSpPr>
          <p:cNvPr id="30" name="Text 27"/>
          <p:cNvSpPr/>
          <p:nvPr/>
        </p:nvSpPr>
        <p:spPr>
          <a:xfrm>
            <a:off x="658368" y="651052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71816">
                    <a:alpha val="6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professional · Approved Brief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WorkshopLM Build Week infographic</dc:title>
  <dc:subject>Grounded, source-defensible infographic</dc:subject>
  <dc:creator>WorkshopLM</dc:creator>
  <cp:lastModifiedBy>WorkshopLM</cp:lastModifiedBy>
  <cp:revision>1</cp:revision>
  <dcterms:created xsi:type="dcterms:W3CDTF">2026-07-17T02:58:23Z</dcterms:created>
  <dcterms:modified xsi:type="dcterms:W3CDTF">2026-07-17T02:58:23Z</dcterms:modified>
</cp:coreProperties>
</file>