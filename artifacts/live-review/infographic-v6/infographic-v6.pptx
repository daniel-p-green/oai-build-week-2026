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claim-3bc07007d1b8-0-1
Sanitized fixture · chunk 01
claim-3bc07007d1b8-1-1
Sanitized fixture · chunk 02
claim-3bc07007d1b8-2-1
Sanitized fixture · chunk 03
claim-3bc07007d1b8-3-1
Sanitized fixture · chunk 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53035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INFOGRAPHIC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Build Week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41248" y="2176272"/>
            <a:ext cx="10533888" cy="32004"/>
          </a:xfrm>
          <a:prstGeom prst="rect">
            <a:avLst/>
          </a:prstGeom>
          <a:solidFill>
            <a:srgbClr val="1668E3">
              <a:alpha val="78000"/>
            </a:srgbClr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191256" y="20848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turns messy meetings into professional knowledge work teams can defend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grounded source documents and brand rules preserving their standards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344728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4728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80176" y="20848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4728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client-ready work is slow and fragmented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4728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understanding, design, and production live in disconnected tools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4728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23620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769096" y="20848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3620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factual claim retains an exact source locator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3620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evidence stays inspectable from the editable Map through the final presentation and Storyboard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3620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9025128" y="1975104"/>
            <a:ext cx="438912" cy="438912"/>
          </a:xfrm>
          <a:prstGeom prst="ellipse">
            <a:avLst/>
          </a:prstGeom>
          <a:solidFill>
            <a:srgbClr val="1668E3"/>
          </a:solidFill>
          <a:ln w="50800">
            <a:solidFill>
              <a:srgbClr val="F4F2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5128" y="2093976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9025128" y="276148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should use two deliberate sign-offs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025128" y="3785616"/>
            <a:ext cx="25328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816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grounded Brief before creating professional knowledge work, then approve the Storyboard before rendering 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025128" y="5907024"/>
            <a:ext cx="2532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816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816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professional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WorkshopLM Build Week infographic</dc:title>
  <dc:subject>Grounded, source-defensible infographic</dc:subject>
  <dc:creator>WorkshopLM</dc:creator>
  <cp:lastModifiedBy>WorkshopLM</cp:lastModifiedBy>
  <cp:revision>1</cp:revision>
  <dcterms:created xsi:type="dcterms:W3CDTF">2026-07-17T05:20:06Z</dcterms:created>
  <dcterms:modified xsi:type="dcterms:W3CDTF">2026-07-17T05:20:06Z</dcterms:modified>
</cp:coreProperties>
</file>