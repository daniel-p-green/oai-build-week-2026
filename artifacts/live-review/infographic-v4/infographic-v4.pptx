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claim-e3f49c2f9afa-0-1
gpt-realtime-2.1 capture-only fallback · chunk 01
claim-820da955489c-0-1
Sanitized operator fixture · chunk 01
claim-820da955489c-0-2
Sanitized operator fixture · chunk 01
claim-820da955489c-0-3
Sanitized operator fixture · chunk 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SOURCE-DEFENSIBLE BRIEF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5102352" cy="18288"/>
          </a:xfrm>
          <a:prstGeom prst="rect">
            <a:avLst/>
          </a:prstGeom>
          <a:solidFill>
            <a:srgbClr val="0D0D0D">
              <a:alpha val="18000"/>
            </a:srgbClr>
          </a:solidFill>
          <a:ln w="12700">
            <a:solidFill>
              <a:srgbClr val="0D0D0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spoken idea becomes a grounded Map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D0D0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continues through an approved Brief, coherent visuals, an editable Storyboard, and the final Build Week Video.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D0D0D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Voice brainstorm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217920" y="1847088"/>
            <a:ext cx="5102352" cy="1664208"/>
          </a:xfrm>
          <a:prstGeom prst="rect">
            <a:avLst/>
          </a:prstGeom>
          <a:solidFill>
            <a:srgbClr val="0285FF">
              <a:alpha val="6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847088"/>
            <a:ext cx="5102352" cy="32004"/>
          </a:xfrm>
          <a:prstGeom prst="rect">
            <a:avLst/>
          </a:prstGeom>
          <a:solidFill>
            <a:srgbClr val="0285FF">
              <a:alpha val="82000"/>
            </a:srgbClr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39712" y="20482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path from Capture to Deliver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39712" y="2651760"/>
            <a:ext cx="1383792" cy="32004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276148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6912864" y="2962656"/>
            <a:ext cx="123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3504" y="29077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88096" y="2651760"/>
            <a:ext cx="1383792" cy="32004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1248" y="276148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8461248" y="2962656"/>
            <a:ext cx="123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71888" y="29077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936480" y="2651760"/>
            <a:ext cx="1383792" cy="32004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09632" y="276148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0009632" y="2962656"/>
            <a:ext cx="123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39712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D0D0D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58368" y="3922776"/>
            <a:ext cx="5102352" cy="18288"/>
          </a:xfrm>
          <a:prstGeom prst="rect">
            <a:avLst/>
          </a:prstGeom>
          <a:solidFill>
            <a:srgbClr val="0D0D0D">
              <a:alpha val="18000"/>
            </a:srgbClr>
          </a:solidFill>
          <a:ln w="12700">
            <a:solidFill>
              <a:srgbClr val="0D0D0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4123944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claim must retain a visible source locator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280160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D0D0D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217920" y="3922776"/>
            <a:ext cx="5102352" cy="18288"/>
          </a:xfrm>
          <a:prstGeom prst="rect">
            <a:avLst/>
          </a:prstGeom>
          <a:solidFill>
            <a:srgbClr val="0D0D0D">
              <a:alpha val="18000"/>
            </a:srgbClr>
          </a:solidFill>
          <a:ln w="12700">
            <a:solidFill>
              <a:srgbClr val="0D0D0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39712" y="4123944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demo video must remain under three minutes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839712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0D0D0D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Build Week judge path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658368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0D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official demo · Approved Brief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 infographic</dc:title>
  <dc:subject>Grounded, source-defensible infographic</dc:subject>
  <dc:creator>WorkshopLM</dc:creator>
  <cp:lastModifiedBy>WorkshopLM</cp:lastModifiedBy>
  <cp:revision>1</cp:revision>
  <dcterms:created xsi:type="dcterms:W3CDTF">2026-07-16T12:16:05Z</dcterms:created>
  <dcterms:modified xsi:type="dcterms:W3CDTF">2026-07-16T12:16:05Z</dcterms:modified>
</cp:coreProperties>
</file>