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External-use chapter corpus · chunk 02
Claim ID: claim-86d36ede32c0-1-1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External-use chapter corpus · chunk 01
Claim ID: claim-86d36ede32c0-0-1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External-use chapter corpus · chunk 04
Claim ID: claim-86d36ede32c0-3-1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External-use chapter corpus · chunk 07
Claim ID: claim-86d36ede32c0-6-1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920240"/>
            <a:ext cx="5029200" cy="5029200"/>
          </a:xfrm>
          <a:prstGeom prst="ellipse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434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CLIENT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681728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decision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58338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decision-ready brief grounded in 1 selected source.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lead becomes a visible facilitator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lead also becomes a go-to resource for the local AI community.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chapter evidence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07008"/>
            <a:ext cx="64008" cy="416052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81160" y="43159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0" dirty="0">
                <a:solidFill>
                  <a:srgbClr val="FF640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1005840" y="135331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7552" y="18288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local front door to applied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chapter evidence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4196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96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4196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534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34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1534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chapter evidence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6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MOVE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011680"/>
            <a:ext cx="10378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repeatable event format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chapter evidence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decision</dc:title>
  <dc:subject>Grounded, source-defensible presentation</dc:subject>
  <dc:creator>WorkshopLM</dc:creator>
  <cp:lastModifiedBy>WorkshopLM</cp:lastModifiedBy>
  <cp:revision>1</cp:revision>
  <dcterms:created xsi:type="dcterms:W3CDTF">2026-07-16T12:37:50Z</dcterms:created>
  <dcterms:modified xsi:type="dcterms:W3CDTF">2026-07-16T12:37:50Z</dcterms:modified>
</cp:coreProperties>
</file>