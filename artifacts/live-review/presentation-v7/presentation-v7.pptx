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fixture · chunk 01
Claim ID: claim-3bc07007d1b8-0-1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fixture · chunk 02
Claim ID: claim-3bc07007d1b8-1-1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fixture · chunk 03
Claim ID: claim-3bc07007d1b8-2-1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Sanitized fixture · chunk 04
Claim ID: claim-3bc07007d1b8-3-1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658368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3434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PROFESSIONAL · CLIENT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46817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5833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2EC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brief grounded in 1 selected source.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4F2EC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4F2EC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turns messy meetings into professional knowledge work teams can defend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grounded source documents and brand rules preserving their standards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client-ready work is slow and fragmented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1668E3"/>
          </a:solidFill>
          <a:ln w="12700">
            <a:solidFill>
              <a:srgbClr val="1668E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understanding, design, and production live in disconnected 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retains an exact source locator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evidence stays inspectable from the editable Map through the final presentation and Storyboard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171816"/>
          </a:solidFill>
          <a:ln w="12700">
            <a:solidFill>
              <a:srgbClr val="1718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fixture brainstorm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816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68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should use two deliberate sign-offs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grounded Brief before creating professional knowledge work, then approve the Storyboard before rendering Video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</dc:title>
  <dc:subject>Grounded, source-defensible presentation</dc:subject>
  <dc:creator>WorkshopLM</dc:creator>
  <cp:lastModifiedBy>WorkshopLM</cp:lastModifiedBy>
  <cp:revision>1</cp:revision>
  <dcterms:created xsi:type="dcterms:W3CDTF">2026-07-17T05:20:06Z</dcterms:created>
  <dcterms:modified xsi:type="dcterms:W3CDTF">2026-07-17T05:20:06Z</dcterms:modified>
</cp:coreProperties>
</file>