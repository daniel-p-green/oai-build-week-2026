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01
Claim ID: claim-3bc07007d1b8-0-1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02
Claim ID: claim-3bc07007d1b8-1-1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03
Claim ID: claim-3bc07007d1b8-2-1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04
Claim ID: claim-3bc07007d1b8-3-1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0528" y="658368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34340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4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PROFESSIONAL · CLIENT PRESENTATION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58368" y="46817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4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Build Week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85800" y="583387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4F2EC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brief grounded in 1 selected source.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4F2EC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4F2EC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turns messy meetings into professional knowledge work teams can defend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1668E3"/>
          </a:solidFill>
          <a:ln w="12700">
            <a:solidFill>
              <a:srgbClr val="1668E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grounded source documents and brand rules preserving their standards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client-ready work is slow and fragmented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1668E3"/>
          </a:solidFill>
          <a:ln w="12700">
            <a:solidFill>
              <a:srgbClr val="1668E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understanding, design, and production live in disconnected tools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factual claim retains an exact source locator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evidence stays inspectable from the editable Map through the final presentation and Storyboard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18120" y="658368"/>
            <a:ext cx="3703320" cy="5440680"/>
          </a:xfrm>
          <a:prstGeom prst="rect">
            <a:avLst/>
          </a:prstGeom>
          <a:solidFill>
            <a:srgbClr val="171816"/>
          </a:solidFill>
          <a:ln w="12700">
            <a:solidFill>
              <a:srgbClr val="1718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83880" y="388620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SOURCE-BACKED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156448" y="43159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4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fixture brainstorm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68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should use two deliberate sign-offs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grounded Brief before creating professional knowledge work, then approve the Storyboard before rendering Video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FFFFF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WorkshopLM Build Week</dc:title>
  <dc:subject>Grounded, source-defensible presentation</dc:subject>
  <dc:creator>WorkshopLM</dc:creator>
  <cp:lastModifiedBy>WorkshopLM</cp:lastModifiedBy>
  <cp:revision>1</cp:revision>
  <dcterms:created xsi:type="dcterms:W3CDTF">2026-07-17T06:24:07Z</dcterms:created>
  <dcterms:modified xsi:type="dcterms:W3CDTF">2026-07-17T06:24:07Z</dcterms:modified>
</cp:coreProperties>
</file>