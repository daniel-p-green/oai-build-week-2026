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claim-bb80dd1be045-4-1
Local PDF · GenAI Collective Chapter Startup FAQ.pdf · chunk 05
claim-bb80dd1be045-29-2
Local PDF · GenAI Collective Chapter Startup FAQ.pdf · chunk 30
claim-60bb5377e97a-78-1
https://newsletter.aicollective.com/ · chunk 79
claim-60bb5377e97a-80-3
https://newsletter.aicollective.com/ · chunk 81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1792" y="438912"/>
            <a:ext cx="379024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3696" y="530352"/>
            <a:ext cx="4924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EVIDENCE BRIEF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21792" y="96012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Collective chapter launch briefing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58368" y="1847088"/>
            <a:ext cx="5102352" cy="18288"/>
          </a:xfrm>
          <a:prstGeom prst="rect">
            <a:avLst/>
          </a:prstGeom>
          <a:solidFill>
            <a:srgbClr val="171717">
              <a:alpha val="18000"/>
            </a:srgbClr>
          </a:solidFill>
          <a:ln w="1270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21031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280160" y="2048256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Become a go-to resource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280160" y="270662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1717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chapter lead, you’ll be seen as a leader and facilitator in your local AI scene.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280160" y="3346704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71717">
                    <a:alpha val="5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Chapter Startup FAQ</a:t>
            </a:r>
            <a:endParaRPr lang="en-US" sz="650" dirty="0"/>
          </a:p>
        </p:txBody>
      </p:sp>
      <p:sp>
        <p:nvSpPr>
          <p:cNvPr id="11" name="Shape 8"/>
          <p:cNvSpPr/>
          <p:nvPr/>
        </p:nvSpPr>
        <p:spPr>
          <a:xfrm>
            <a:off x="6217920" y="1847088"/>
            <a:ext cx="5102352" cy="18288"/>
          </a:xfrm>
          <a:prstGeom prst="rect">
            <a:avLst/>
          </a:prstGeom>
          <a:solidFill>
            <a:srgbClr val="171717">
              <a:alpha val="18000"/>
            </a:srgbClr>
          </a:solidFill>
          <a:ln w="1270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0" y="21031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839712" y="2048256"/>
            <a:ext cx="4480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events are financially sustainable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6839712" y="3346704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71717">
                    <a:alpha val="5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Chapter Startup FAQ</a:t>
            </a:r>
            <a:endParaRPr lang="en-US" sz="650" dirty="0"/>
          </a:p>
        </p:txBody>
      </p:sp>
      <p:sp>
        <p:nvSpPr>
          <p:cNvPr id="15" name="Shape 12"/>
          <p:cNvSpPr/>
          <p:nvPr/>
        </p:nvSpPr>
        <p:spPr>
          <a:xfrm>
            <a:off x="658368" y="3922776"/>
            <a:ext cx="5102352" cy="18288"/>
          </a:xfrm>
          <a:prstGeom prst="rect">
            <a:avLst/>
          </a:prstGeom>
          <a:solidFill>
            <a:srgbClr val="171717">
              <a:alpha val="18000"/>
            </a:srgbClr>
          </a:solidFill>
          <a:ln w="1270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8368" y="417880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280160" y="4123944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180+ chapters across 40+ countries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280160" y="478231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1717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400+ volunteer organizers, with a community that includes everyone from solo founders to teams at the biggest AI labs in the world.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280160" y="5422392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71717">
                    <a:alpha val="5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 Collective Newsletter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>
            <a:off x="6217920" y="3922776"/>
            <a:ext cx="5102352" cy="18288"/>
          </a:xfrm>
          <a:prstGeom prst="rect">
            <a:avLst/>
          </a:prstGeom>
          <a:solidFill>
            <a:srgbClr val="171717">
              <a:alpha val="18000"/>
            </a:srgbClr>
          </a:solidFill>
          <a:ln w="1270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17920" y="417880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839712" y="4123944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 chapter in your city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6839712" y="478231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1717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also attend an event, volunteer to organize, or pitch a Byte article.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839712" y="5422392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71717">
                    <a:alpha val="5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 Collective Newsletter</a:t>
            </a:r>
            <a:endParaRPr lang="en-US" sz="650" dirty="0"/>
          </a:p>
        </p:txBody>
      </p:sp>
      <p:sp>
        <p:nvSpPr>
          <p:cNvPr id="26" name="Text 22"/>
          <p:cNvSpPr/>
          <p:nvPr/>
        </p:nvSpPr>
        <p:spPr>
          <a:xfrm>
            <a:off x="658368" y="651052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71717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Collective · Approved brief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WorkshopLM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Collective chapter launch briefing infographic</dc:title>
  <dc:subject>Grounded, source-defensible infographic</dc:subject>
  <dc:creator>WorkshopLM</dc:creator>
  <cp:lastModifiedBy>WorkshopLM</cp:lastModifiedBy>
  <cp:revision>1</cp:revision>
  <dcterms:created xsi:type="dcterms:W3CDTF">2026-07-16T00:38:06Z</dcterms:created>
  <dcterms:modified xsi:type="dcterms:W3CDTF">2026-07-16T00:38:06Z</dcterms:modified>
</cp:coreProperties>
</file>