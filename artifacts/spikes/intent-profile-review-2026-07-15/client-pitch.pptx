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81
Claim ID: claim-60bb5377e97a-80-3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920240"/>
            <a:ext cx="5029200" cy="5029200"/>
          </a:xfrm>
          <a:prstGeom prst="ellipse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5472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34340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CLIENT PRESENTATION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58368" y="4681728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briefing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85800" y="58338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AF8F3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a go-to resource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07008"/>
            <a:ext cx="64008" cy="416052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281160" y="4315968"/>
            <a:ext cx="23317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400" dirty="0">
                <a:solidFill>
                  <a:srgbClr val="FF640D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1005840" y="135331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87552" y="1828800"/>
            <a:ext cx="8412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events are financially sustainable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68580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21792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621792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MOVE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 chapter in your city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also attend an event, volunteer to organize, or pitch a Byte article.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00000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briefing</dc:title>
  <dc:subject>Grounded, source-defensible presentation</dc:subject>
  <dc:creator>WorkshopLM</dc:creator>
  <cp:lastModifiedBy>WorkshopLM</cp:lastModifiedBy>
  <cp:revision>1</cp:revision>
  <dcterms:created xsi:type="dcterms:W3CDTF">2026-07-16T00:38:04Z</dcterms:created>
  <dcterms:modified xsi:type="dcterms:W3CDTF">2026-07-16T00:38:04Z</dcterms:modified>
</cp:coreProperties>
</file>