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Local PDF · GenAI Collective Chapter Startup FAQ.pdf · chunk 05
Claim ID: claim-bb80dd1be045-4-1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https://newsletter.aicollective.com/ · chunk 79
Claim ID: claim-60bb5377e97a-78-1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https://newsletter.aicollective.com/ · Frequently Asked Questions · What’s The AI Collective itself?
Claim ID: claim-aic-event-formats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Derived from approved Workshop brief · validate with AI Collective HQ
Claim ID: derived-30-day-launch-plan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Local PDF · GenAI Collective Chapter Startup FAQ.pdf · chunk 30
Claim ID: claim-bb80dd1be045-29-2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https://www.aicollective.com/files/Code%20of%20Conduct.pdf · Purpose, Scope, Expected Behavior
https://www.aicollective.com/files/Data%20Privacy%20and%20Use%20Policy%20~%20The%20AI%20Collective.pdf · Introduction and Scope
Claim ID: claim-aic-conduct-privacy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Derived from approved Workshop brief · validate with AI Collective HQ
Claim ID: derived-launch-decisions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Local PDF · GenAI Collective Chapter Startup FAQ.pdf
https://newsletter.aicollective.com/ · Frequently Asked Questions
Claim ID: derived-launch-recommendation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920240"/>
            <a:ext cx="5029200" cy="5029200"/>
          </a:xfrm>
          <a:prstGeom prst="ellipse">
            <a:avLst/>
          </a:prstGeom>
          <a:solidFill>
            <a:srgbClr val="FF640D"/>
          </a:solidFill>
          <a:ln w="12700">
            <a:solidFill>
              <a:srgbClr val="FF640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566928"/>
            <a:ext cx="515472" cy="621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43434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COLLECTIVE · CLIENT PRESENTATION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58368" y="4681728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Collective chapter launch decision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85800" y="58338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AF8F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decision-ready plan for launching a credible, repeatable local chapter.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AF8F3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brief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AF8F3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7899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572768"/>
            <a:ext cx="10378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local front door to applied AI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4041648"/>
            <a:ext cx="64008" cy="1170432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4005072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chapter lead becomes a visible facilitator and go-to resource for the local AI community.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Chapter Startup FAQ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1353312"/>
            <a:ext cx="3322320" cy="2286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627632"/>
            <a:ext cx="3322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180+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85800" y="2962656"/>
            <a:ext cx="332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419600" y="1353312"/>
            <a:ext cx="3322320" cy="2286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19600" y="1627632"/>
            <a:ext cx="3322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419600" y="2962656"/>
            <a:ext cx="332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153400" y="1353312"/>
            <a:ext cx="3322320" cy="2286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53400" y="1627632"/>
            <a:ext cx="3322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8153400" y="2962656"/>
            <a:ext cx="332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388620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community that includes everyone from solo founders to teams at the biggest AI labs in the world.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 Collective Newsletter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55448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one repeatable event format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89320" y="1078992"/>
            <a:ext cx="50292" cy="425196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1508760"/>
            <a:ext cx="4617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already runs Demo Nights, hackathons, private dinners, and workshops. Choose one format that matches the local audience and can repeat.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 Collective Newsletter · FAQ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1323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four-week launch sequence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3852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1717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WorkshopLM recommendation derived from the chapter brief; confirm timing and required approvals with AI Collective HQ.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743200"/>
            <a:ext cx="2468880" cy="32004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779776"/>
            <a:ext cx="2468880" cy="1965960"/>
          </a:xfrm>
          <a:prstGeom prst="rect">
            <a:avLst/>
          </a:prstGeom>
          <a:solidFill>
            <a:srgbClr val="FF640D">
              <a:alpha val="5000"/>
            </a:srgbClr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30632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" y="3493008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lead team and chapter purpose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74720" y="2743200"/>
            <a:ext cx="2468880" cy="32004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2779776"/>
            <a:ext cx="2468880" cy="1965960"/>
          </a:xfrm>
          <a:prstGeom prst="rect">
            <a:avLst/>
          </a:prstGeom>
          <a:solidFill>
            <a:srgbClr val="FF640D">
              <a:alpha val="5000"/>
            </a:srgbClr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30632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39312" y="3493008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the first format, venue, and partner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63640" y="2743200"/>
            <a:ext cx="2468880" cy="32004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779776"/>
            <a:ext cx="2468880" cy="1965960"/>
          </a:xfrm>
          <a:prstGeom prst="rect">
            <a:avLst/>
          </a:prstGeom>
          <a:solidFill>
            <a:srgbClr val="FF640D">
              <a:alpha val="5000"/>
            </a:srgbClr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30632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28232" y="3493008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registration and activate local outreach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052560" y="2743200"/>
            <a:ext cx="2468880" cy="32004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2779776"/>
            <a:ext cx="2468880" cy="1965960"/>
          </a:xfrm>
          <a:prstGeom prst="rect">
            <a:avLst/>
          </a:prstGeom>
          <a:solidFill>
            <a:srgbClr val="FF640D">
              <a:alpha val="5000"/>
            </a:srgbClr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17152" y="30632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217152" y="3493008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the first event and review the evidence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Derived plan · HQ validation required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55448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for financial sustainability before launch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89320" y="1078992"/>
            <a:ext cx="50292" cy="425196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1508760"/>
            <a:ext cx="4617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a repeatable venue and partner model as a launch condition—not cleanup after the first event.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Chapter Startup FAQ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begins at registration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2788920"/>
            <a:ext cx="6400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of Conduct covers attendees, speakers, sponsors, and volunteers. The current privacy policy governs event registration data and media use.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818120" y="658368"/>
            <a:ext cx="3703320" cy="544068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83880" y="388620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SOURCE-BACKED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156448" y="431596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Collective · Conduct and Privacy policies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 Collective · Conduct and Privacy policies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3268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REQUIRED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353312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three decisions before announcing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306324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1717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launch is credible when ownership, the first experience, and the operating partner are explicit.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20840" y="1078992"/>
            <a:ext cx="4754880" cy="89611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67728" y="14081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98080" y="128016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the chapter and each launch workstream?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20840" y="2194560"/>
            <a:ext cx="4754880" cy="89611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67728" y="25237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498080" y="239572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first event format and target date?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20840" y="3310128"/>
            <a:ext cx="4754880" cy="89611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67728" y="363931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98080" y="351129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venue or partner makes the cadence sustainable?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Derived decision frame · HQ validation required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6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3268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MOVE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10378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 30-day chapter launch sprint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85800" y="4041648"/>
            <a:ext cx="64008" cy="1170432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4005072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week one to confirm owners and HQ requirements. Do not announce until the first format, date, venue, and trust obligations have named owners.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WorkshopLM recommendation · grounded in chapter brief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WorkshopLM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Collective chapter launch decision</dc:title>
  <dc:subject>Grounded, source-defensible presentation</dc:subject>
  <dc:creator>WorkshopLM</dc:creator>
  <cp:lastModifiedBy>WorkshopLM</cp:lastModifiedBy>
  <cp:revision>1</cp:revision>
  <dcterms:created xsi:type="dcterms:W3CDTF">2026-07-16T04:58:06Z</dcterms:created>
  <dcterms:modified xsi:type="dcterms:W3CDTF">2026-07-16T04:58:06Z</dcterms:modified>
</cp:coreProperties>
</file>