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WorkshopLM source trace
claim-bb80dd1be045-4-1
Local PDF · GenAI Collective Chapter Startup FAQ.pdf · chunk 05
claim-60bb5377e97a-78-1
https://newsletter.aicollective.com/ · chunk 79
claim-aic-event-formats
https://newsletter.aicollective.com/ · Frequently Asked Questions · What’s The AI Collective itself?
derived-30-day-launch-plan
Derived from approved Workshop brief · validate with AI Collective HQ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640D"/>
          </a:solidFill>
          <a:ln w="12700">
            <a:solidFill>
              <a:srgbClr val="FF640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792" y="438912"/>
            <a:ext cx="379024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3696" y="530352"/>
            <a:ext cx="4924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ACTION BRIEF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21792" y="960120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chapter launch decision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58368" y="1773936"/>
            <a:ext cx="5102352" cy="1828800"/>
          </a:xfrm>
          <a:prstGeom prst="rect">
            <a:avLst/>
          </a:prstGeom>
          <a:solidFill>
            <a:srgbClr val="FF640D">
              <a:alpha val="6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847088"/>
            <a:ext cx="5102352" cy="32004"/>
          </a:xfrm>
          <a:prstGeom prst="rect">
            <a:avLst/>
          </a:prstGeom>
          <a:solidFill>
            <a:srgbClr val="FF640D">
              <a:alpha val="82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80160" y="204825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local front door to applied AI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280160" y="27066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717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chapter lead becomes a visible facilitator and go-to resource for the local AI community.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280160" y="334670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71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Chapter Startup FAQ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6217920" y="1773936"/>
            <a:ext cx="5102352" cy="1828800"/>
          </a:xfrm>
          <a:prstGeom prst="rect">
            <a:avLst/>
          </a:prstGeom>
          <a:solidFill>
            <a:srgbClr val="FF640D">
              <a:alpha val="6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847088"/>
            <a:ext cx="5102352" cy="32004"/>
          </a:xfrm>
          <a:prstGeom prst="rect">
            <a:avLst/>
          </a:prstGeom>
          <a:solidFill>
            <a:srgbClr val="FF640D">
              <a:alpha val="82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2103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39712" y="204825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 chapters, 40+ countries, 400+ organizers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839712" y="270662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717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community that includes everyone from solo founders to teams at the biggest AI labs in the world.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39712" y="3346704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71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658368" y="3849624"/>
            <a:ext cx="5102352" cy="1828800"/>
          </a:xfrm>
          <a:prstGeom prst="rect">
            <a:avLst/>
          </a:prstGeom>
          <a:solidFill>
            <a:srgbClr val="FF640D">
              <a:alpha val="6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922776"/>
            <a:ext cx="5102352" cy="32004"/>
          </a:xfrm>
          <a:prstGeom prst="rect">
            <a:avLst/>
          </a:prstGeom>
          <a:solidFill>
            <a:srgbClr val="FF640D">
              <a:alpha val="82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4178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280160" y="412394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one repeatable event format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280160" y="47823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717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already runs Demo Nights, hackathons, private dinners, and workshops. Choose one format that matches the local audience and can repeat.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280160" y="54223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71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 Collective Newsletter · FAQ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6217920" y="3849624"/>
            <a:ext cx="5102352" cy="1828800"/>
          </a:xfrm>
          <a:prstGeom prst="rect">
            <a:avLst/>
          </a:prstGeom>
          <a:solidFill>
            <a:srgbClr val="FF640D">
              <a:alpha val="6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17920" y="3922776"/>
            <a:ext cx="5102352" cy="32004"/>
          </a:xfrm>
          <a:prstGeom prst="rect">
            <a:avLst/>
          </a:prstGeom>
          <a:solidFill>
            <a:srgbClr val="FF640D">
              <a:alpha val="82000"/>
            </a:srgbClr>
          </a:solidFill>
          <a:ln w="12700">
            <a:solidFill>
              <a:srgbClr val="FF640D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0" y="41788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4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839712" y="412394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four-week launch sequence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839712" y="47823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1717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WorkshopLM recommendation derived from the chapter brief; confirm timing and required approvals with AI Collective HQ.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39712" y="542239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171717">
                    <a:alpha val="5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Derived plan · HQ validation required</a:t>
            </a:r>
            <a:endParaRPr lang="en-US" sz="650" dirty="0"/>
          </a:p>
        </p:txBody>
      </p:sp>
      <p:sp>
        <p:nvSpPr>
          <p:cNvPr id="31" name="Text 27"/>
          <p:cNvSpPr/>
          <p:nvPr/>
        </p:nvSpPr>
        <p:spPr>
          <a:xfrm>
            <a:off x="658368" y="651052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71717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Collective · Approved brief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WorkshopLM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Collective chapter launch decision infographic</dc:title>
  <dc:subject>Grounded, source-defensible infographic</dc:subject>
  <dc:creator>WorkshopLM</dc:creator>
  <cp:lastModifiedBy>WorkshopLM</cp:lastModifiedBy>
  <cp:revision>1</cp:revision>
  <dcterms:created xsi:type="dcterms:W3CDTF">2026-07-16T04:58:09Z</dcterms:created>
  <dcterms:modified xsi:type="dcterms:W3CDTF">2026-07-16T04:58:09Z</dcterms:modified>
</cp:coreProperties>
</file>