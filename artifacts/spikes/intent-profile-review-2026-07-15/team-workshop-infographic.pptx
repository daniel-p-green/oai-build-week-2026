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claim-bb80dd1be045-4-1
Local PDF · GenAI Collective Chapter Startup FAQ.pdf · chunk 05
claim-bb80dd1be045-29-2
Local PDF · GenAI Collective Chapter Startup FAQ.pdf · chunk 30
claim-60bb5377e97a-78-1
https://newsletter.aicollective.com/ · chunk 79
claim-60bb5377e97a-80-3
https://newsletter.aicollective.com/ · chunk 81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1792" y="438912"/>
            <a:ext cx="379024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3696" y="530352"/>
            <a:ext cx="4924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ACTION BRIEF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21792" y="960120"/>
            <a:ext cx="10789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briefing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58368" y="1773936"/>
            <a:ext cx="5102352" cy="1828800"/>
          </a:xfrm>
          <a:prstGeom prst="rect">
            <a:avLst/>
          </a:prstGeom>
          <a:solidFill>
            <a:srgbClr val="FF640D">
              <a:alpha val="6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8368" y="1847088"/>
            <a:ext cx="5102352" cy="32004"/>
          </a:xfrm>
          <a:prstGeom prst="rect">
            <a:avLst/>
          </a:prstGeom>
          <a:solidFill>
            <a:srgbClr val="FF640D">
              <a:alpha val="82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80160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a go-to resource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280160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280160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650" dirty="0"/>
          </a:p>
        </p:txBody>
      </p:sp>
      <p:sp>
        <p:nvSpPr>
          <p:cNvPr id="12" name="Shape 9"/>
          <p:cNvSpPr/>
          <p:nvPr/>
        </p:nvSpPr>
        <p:spPr>
          <a:xfrm>
            <a:off x="6217920" y="1773936"/>
            <a:ext cx="5102352" cy="1828800"/>
          </a:xfrm>
          <a:prstGeom prst="rect">
            <a:avLst/>
          </a:prstGeom>
          <a:solidFill>
            <a:srgbClr val="FF640D">
              <a:alpha val="6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0" y="1847088"/>
            <a:ext cx="5102352" cy="32004"/>
          </a:xfrm>
          <a:prstGeom prst="rect">
            <a:avLst/>
          </a:prstGeom>
          <a:solidFill>
            <a:srgbClr val="FF640D">
              <a:alpha val="82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0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39712" y="2048256"/>
            <a:ext cx="44805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events are financially sustainable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839712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650" dirty="0"/>
          </a:p>
        </p:txBody>
      </p:sp>
      <p:sp>
        <p:nvSpPr>
          <p:cNvPr id="17" name="Shape 14"/>
          <p:cNvSpPr/>
          <p:nvPr/>
        </p:nvSpPr>
        <p:spPr>
          <a:xfrm>
            <a:off x="658368" y="3849624"/>
            <a:ext cx="5102352" cy="1828800"/>
          </a:xfrm>
          <a:prstGeom prst="rect">
            <a:avLst/>
          </a:prstGeom>
          <a:solidFill>
            <a:srgbClr val="FF640D">
              <a:alpha val="6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3922776"/>
            <a:ext cx="5102352" cy="32004"/>
          </a:xfrm>
          <a:prstGeom prst="rect">
            <a:avLst/>
          </a:prstGeom>
          <a:solidFill>
            <a:srgbClr val="FF640D">
              <a:alpha val="82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8368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80160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 chapters across 40+ countries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280160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280160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6217920" y="3849624"/>
            <a:ext cx="5102352" cy="1828800"/>
          </a:xfrm>
          <a:prstGeom prst="rect">
            <a:avLst/>
          </a:prstGeom>
          <a:solidFill>
            <a:srgbClr val="FF640D">
              <a:alpha val="6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17920" y="3922776"/>
            <a:ext cx="5102352" cy="32004"/>
          </a:xfrm>
          <a:prstGeom prst="rect">
            <a:avLst/>
          </a:prstGeom>
          <a:solidFill>
            <a:srgbClr val="FF640D">
              <a:alpha val="82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17920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39712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chapter in your city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839712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also attend an event, volunteer to organize, or pitch a Byte article.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839712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650" dirty="0"/>
          </a:p>
        </p:txBody>
      </p:sp>
      <p:sp>
        <p:nvSpPr>
          <p:cNvPr id="30" name="Text 26"/>
          <p:cNvSpPr/>
          <p:nvPr/>
        </p:nvSpPr>
        <p:spPr>
          <a:xfrm>
            <a:off x="658368" y="651052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71717">
                    <a:alpha val="6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Approved brief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briefing infographic</dc:title>
  <dc:subject>Grounded, source-defensible infographic</dc:subject>
  <dc:creator>WorkshopLM</dc:creator>
  <cp:lastModifiedBy>WorkshopLM</cp:lastModifiedBy>
  <cp:revision>1</cp:revision>
  <dcterms:created xsi:type="dcterms:W3CDTF">2026-07-16T00:38:07Z</dcterms:created>
  <dcterms:modified xsi:type="dcterms:W3CDTF">2026-07-16T00:38:07Z</dcterms:modified>
</cp:coreProperties>
</file>