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ACTION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58368" y="1773936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" y="1847088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217920" y="1773936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47088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chapters, 40+ countries, 400+ organizers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8" name="Shape 15"/>
          <p:cNvSpPr/>
          <p:nvPr/>
        </p:nvSpPr>
        <p:spPr>
          <a:xfrm>
            <a:off x="658368" y="3849624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22776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4" name="Shape 21"/>
          <p:cNvSpPr/>
          <p:nvPr/>
        </p:nvSpPr>
        <p:spPr>
          <a:xfrm>
            <a:off x="6217920" y="3849624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17920" y="3922776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2026-07-16T05:15:29Z</dcterms:created>
  <dcterms:modified xsi:type="dcterms:W3CDTF">2026-07-16T05:15:29Z</dcterms:modified>
</cp:coreProperties>
</file>