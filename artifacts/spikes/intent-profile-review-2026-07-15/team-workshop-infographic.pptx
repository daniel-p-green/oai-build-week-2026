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ACTION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10789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58368" y="1773936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8368" y="1847088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217920" y="1773936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17920" y="1847088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 across 40+ countries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8" name="Shape 15"/>
          <p:cNvSpPr/>
          <p:nvPr/>
        </p:nvSpPr>
        <p:spPr>
          <a:xfrm>
            <a:off x="658368" y="3849624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58368" y="3922776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4" name="Shape 21"/>
          <p:cNvSpPr/>
          <p:nvPr/>
        </p:nvSpPr>
        <p:spPr>
          <a:xfrm>
            <a:off x="6217920" y="3849624"/>
            <a:ext cx="5102352" cy="1828800"/>
          </a:xfrm>
          <a:prstGeom prst="rect">
            <a:avLst/>
          </a:prstGeom>
          <a:solidFill>
            <a:srgbClr val="FF640D">
              <a:alpha val="6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217920" y="3922776"/>
            <a:ext cx="5102352" cy="32004"/>
          </a:xfrm>
          <a:prstGeom prst="rect">
            <a:avLst/>
          </a:prstGeom>
          <a:solidFill>
            <a:srgbClr val="FF640D">
              <a:alpha val="82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2026-07-16T04:05:52Z</dcterms:created>
  <dcterms:modified xsi:type="dcterms:W3CDTF">2026-07-16T04:05:52Z</dcterms:modified>
</cp:coreProperties>
</file>