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claim-bb80dd1be045-4-1
Local PDF · GenAI Collective Chapter Startup FAQ.pdf · chunk 05
claim-60bb5377e97a-78-1
https://newsletter.aicollective.com/ · chunk 79
claim-aic-event-formats
https://newsletter.aicollective.com/ · Frequently Asked Questions · What’s The AI Collective itself?
derived-30-day-launch-plan
Derived from approved Workshop brief · validate with AI Collective HQ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438912"/>
            <a:ext cx="379024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3696" y="530352"/>
            <a:ext cx="492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SOURCE-DEFENSIBLE BRIEF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847088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 and go-to resource for the local AI community.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217920" y="1847088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39712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chapters, 40+ countries, 400+ organizers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39712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community that includes everyone from solo founders to teams at the biggest AI labs in the world.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39712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658368" y="3922776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80160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28016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already runs Demo Nights, hackathons, private dinners, and workshops. Choose one format that matches the local audience and can repeat.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0160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 · FAQ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6217920" y="3922776"/>
            <a:ext cx="5102352" cy="18288"/>
          </a:xfrm>
          <a:prstGeom prst="rect">
            <a:avLst/>
          </a:prstGeom>
          <a:solidFill>
            <a:srgbClr val="171717">
              <a:alpha val="18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39712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sequence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839712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recommendation derived from the chapter brief; confirm timing and required approvals with AI Collective HQ.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39712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plan · HQ validation required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171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 infographic</dc:title>
  <dc:subject>Grounded, source-defensible infographic</dc:subject>
  <dc:creator>WorkshopLM</dc:creator>
  <cp:lastModifiedBy>WorkshopLM</cp:lastModifiedBy>
  <cp:revision>1</cp:revision>
  <dcterms:created xsi:type="dcterms:W3CDTF">2026-07-16T05:15:27Z</dcterms:created>
  <dcterms:modified xsi:type="dcterms:W3CDTF">2026-07-16T05:15:27Z</dcterms:modified>
</cp:coreProperties>
</file>