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claim-bb80dd1be045-4-1
Local PDF · GenAI Collective Chapter Startup FAQ.pdf · chunk 05
claim-60bb5377e97a-78-1
https://newsletter.aicollective.com/ · chunk 79
claim-aic-event-formats
https://newsletter.aicollective.com/ · Frequently Asked Questions · What’s The AI Collective itself?
derived-30-day-launch-plan
Derived from approved Workshop brief · validate with AI Collective HQ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1792" y="438912"/>
            <a:ext cx="379024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3696" y="530352"/>
            <a:ext cx="4924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SOURCE-DEFENSIBLE BRIEF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21792" y="960120"/>
            <a:ext cx="10789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decision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58368" y="1847088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280160" y="204825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local front door to applied AI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280160" y="27066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280160" y="334670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650" dirty="0"/>
          </a:p>
        </p:txBody>
      </p:sp>
      <p:sp>
        <p:nvSpPr>
          <p:cNvPr id="11" name="Shape 8"/>
          <p:cNvSpPr/>
          <p:nvPr/>
        </p:nvSpPr>
        <p:spPr>
          <a:xfrm>
            <a:off x="6217920" y="1847088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17920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839712" y="204825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 chapters, 40+ countries, 400+ organizers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839712" y="27066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global community that includes everyone from solo founders to teams at the biggest AI labs in the world.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39712" y="334670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658368" y="3922776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8368" y="4178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280160" y="41239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repeatable event format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1280160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already runs Demo Nights, hackathons, private dinners, and workshops. Choose one format that matches the local audience and can repeat.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80160" y="542239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FAQ</a:t>
            </a:r>
            <a:endParaRPr lang="en-US" sz="650" dirty="0"/>
          </a:p>
        </p:txBody>
      </p:sp>
      <p:sp>
        <p:nvSpPr>
          <p:cNvPr id="21" name="Shape 18"/>
          <p:cNvSpPr/>
          <p:nvPr/>
        </p:nvSpPr>
        <p:spPr>
          <a:xfrm>
            <a:off x="6217920" y="3922776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7920" y="4178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839712" y="41239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sequence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839712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recommendation derived from the chapter brief; confirm timing and required approvals with AI Collective HQ.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839712" y="542239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plan · HQ validation required</a:t>
            </a:r>
            <a:endParaRPr lang="en-US" sz="650" dirty="0"/>
          </a:p>
        </p:txBody>
      </p:sp>
      <p:sp>
        <p:nvSpPr>
          <p:cNvPr id="27" name="Text 23"/>
          <p:cNvSpPr/>
          <p:nvPr/>
        </p:nvSpPr>
        <p:spPr>
          <a:xfrm>
            <a:off x="658368" y="6510528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71717">
                    <a:alpha val="6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Approved brief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decision infographic</dc:title>
  <dc:subject>Grounded, source-defensible infographic</dc:subject>
  <dc:creator>WorkshopLM</dc:creator>
  <cp:lastModifiedBy>WorkshopLM</cp:lastModifiedBy>
  <cp:revision>1</cp:revision>
  <dcterms:created xsi:type="dcterms:W3CDTF">2026-07-16T04:58:07Z</dcterms:created>
  <dcterms:modified xsi:type="dcterms:W3CDTF">2026-07-16T04:58:07Z</dcterms:modified>
</cp:coreProperties>
</file>