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05
Claim ID: claim-bb80dd1be045-4-1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30
Claim ID: claim-bb80dd1be045-29-2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79
Claim ID: claim-60bb5377e97a-78-1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81
Claim ID: claim-60bb5377e97a-80-3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64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3566160" cy="6858000"/>
          </a:xfrm>
          <a:prstGeom prst="rect">
            <a:avLst/>
          </a:prstGeom>
          <a:solidFill>
            <a:srgbClr val="171717">
              <a:alpha val="10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2648" y="475488"/>
            <a:ext cx="661776" cy="804672"/>
          </a:xfrm>
          <a:prstGeom prst="rect">
            <a:avLst/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566928"/>
            <a:ext cx="515472" cy="6217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434340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TEAM WORKSHOP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58368" y="4681728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briefing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685800" y="583387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000000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chapter lead, you’ll be seen as a leader and facilitator in your local AI scene.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brief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07899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POINT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572768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Become a go-to resource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chapter lead, you’ll be seen as a leader and facilitator in your local AI scene.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1207008"/>
            <a:ext cx="64008" cy="416052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281160" y="4315968"/>
            <a:ext cx="23317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400" dirty="0">
                <a:solidFill>
                  <a:srgbClr val="FF640D">
                    <a:alpha val="3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400" dirty="0"/>
          </a:p>
        </p:txBody>
      </p:sp>
      <p:sp>
        <p:nvSpPr>
          <p:cNvPr id="5" name="Text 3"/>
          <p:cNvSpPr/>
          <p:nvPr/>
        </p:nvSpPr>
        <p:spPr>
          <a:xfrm>
            <a:off x="1005840" y="135331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 TOGETHER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87552" y="1828800"/>
            <a:ext cx="8412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events are financially sustainable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489204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627632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685800" y="2962656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6217920" y="1353312"/>
            <a:ext cx="489204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0" y="1627632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</a:t>
            </a:r>
            <a:endParaRPr lang="en-US" sz="5800" dirty="0"/>
          </a:p>
        </p:txBody>
      </p:sp>
      <p:sp>
        <p:nvSpPr>
          <p:cNvPr id="9" name="Text 7"/>
          <p:cNvSpPr/>
          <p:nvPr/>
        </p:nvSpPr>
        <p:spPr>
          <a:xfrm>
            <a:off x="6217920" y="2962656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85800" y="38862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 volunteer organizers, with a community that includes everyone from solo founders to teams at the biggest AI labs in the world.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64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ACTION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417320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 chapter in your city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000000">
              <a:alpha val="8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also attend an event, volunteer to organize, or pitch a Byte article.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briefing</dc:title>
  <dc:subject>Grounded, source-defensible presentation</dc:subject>
  <dc:creator>WorkshopLM</dc:creator>
  <cp:lastModifiedBy>WorkshopLM</cp:lastModifiedBy>
  <cp:revision>1</cp:revision>
  <dcterms:created xsi:type="dcterms:W3CDTF">2026-07-16T00:38:07Z</dcterms:created>
  <dcterms:modified xsi:type="dcterms:W3CDTF">2026-07-16T00:38:07Z</dcterms:modified>
</cp:coreProperties>
</file>