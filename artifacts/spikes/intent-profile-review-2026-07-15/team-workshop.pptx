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Frequently Asked Questions · What’s The AI Collective itself?
Claim ID: claim-aic-event-formats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derived-30-day-launch-plan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https://www.aicollective.com/files/Code%20of%20Conduct.pdf · Purpose, Scope, Expected Behavior
https://www.aicollective.com/files/Data%20Privacy%20and%20Use%20Policy%20~%20The%20AI%20Collective.pdf · Introduction and Scope
Claim ID: claim-aic-conduct-privacy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derived-launch-decisions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
https://newsletter.aicollective.com/ · Frequently Asked Questions
Claim ID: derived-launch-recommendation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0"/>
            <a:ext cx="3566160" cy="6858000"/>
          </a:xfrm>
          <a:prstGeom prst="rect">
            <a:avLst/>
          </a:prstGeom>
          <a:solidFill>
            <a:srgbClr val="171717">
              <a:alpha val="10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12648" y="475488"/>
            <a:ext cx="661776" cy="804672"/>
          </a:xfrm>
          <a:prstGeom prst="rect">
            <a:avLst/>
          </a:prstGeom>
          <a:solidFill>
            <a:srgbClr val="FAF8F3"/>
          </a:solidFill>
          <a:ln w="12700">
            <a:solidFill>
              <a:srgbClr val="FAF8F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TEAM WORKSHOP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0000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plan for launching a credible, repeatable local chapter.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POINT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858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4196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96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44196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1534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34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81534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ORGANIZERS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TOGETHER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132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19385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lead team and chapter purpose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47472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931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3931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the first format, venue, and partner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6364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2823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registration and activate local outreach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5256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1715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21715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first event and review the evidence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TOGETHER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financial sustainability before launch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 repeatable venue and partner model as a launch condition—not cleanup after the first event.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KNOW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14300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begins at registration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2788920"/>
            <a:ext cx="5257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published policies set the operating baseline for the first event.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92240" y="1078992"/>
            <a:ext cx="4983480" cy="157276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48272" y="177393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333488" y="1280160"/>
            <a:ext cx="3703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 applies to attendees, speakers, sponsors, and volunteers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92240" y="2816352"/>
            <a:ext cx="4983480" cy="1572768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48272" y="351129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333488" y="3017520"/>
            <a:ext cx="3703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rules cover registration data and media use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· Conduct and Privacy policies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TOGETHER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three decisions before announcing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632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1717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is credible when ownership, the first experience, and the operating partner are explicit.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20840" y="1078992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67728" y="14081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0" y="12801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chapter and each launch workstream?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20840" y="2194560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67728" y="25237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98080" y="23957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first event format and target date?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20840" y="3310128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36393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9808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venue or partner makes the cadence sustainable?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decision frame · HQ validation required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30-day chapter launch sprint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week one to confirm owners and HQ requirements. Do not announce until the first format, date, venue, and trust obligations have named owners.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WorkshopLM recommendation · grounded in chapter brief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</dc:title>
  <dc:subject>Grounded, source-defensible presentation</dc:subject>
  <dc:creator>WorkshopLM</dc:creator>
  <cp:lastModifiedBy>WorkshopLM</cp:lastModifiedBy>
  <cp:revision>1</cp:revision>
  <dcterms:created xsi:type="dcterms:W3CDTF">2026-07-16T05:15:28Z</dcterms:created>
  <dcterms:modified xsi:type="dcterms:W3CDTF">2026-07-16T05:15:28Z</dcterms:modified>
</cp:coreProperties>
</file>