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Frequently Asked Questions · What’s The AI Collective itself?
Claim ID: claim-aic-event-formats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derived-30-day-launch-plan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https://www.aicollective.com/files/Code%20of%20Conduct.pdf · Purpose, Scope, Expected Behavior
https://www.aicollective.com/files/Data%20Privacy%20and%20Use%20Policy%20~%20The%20AI%20Collective.pdf · Introduction and Scope
Claim ID: claim-aic-conduct-privacy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derived-launch-decisions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
https://newsletter.aicollective.com/ · Frequently Asked Questions
Claim ID: derived-launch-recommendation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3566160" cy="6858000"/>
          </a:xfrm>
          <a:prstGeom prst="rect">
            <a:avLst/>
          </a:prstGeom>
          <a:solidFill>
            <a:srgbClr val="171717">
              <a:alpha val="10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2648" y="475488"/>
            <a:ext cx="661776" cy="804672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566928"/>
            <a:ext cx="515472" cy="6217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434340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TEAM WORKSHOP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58368" y="4681728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decision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685800" y="583387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000000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decision-ready plan for launching a credible, repeatable local chapter.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POINT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local front door to applied AI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lead becomes a visible facilitator and go-to resource for the local AI community.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68580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621792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5800" dirty="0"/>
          </a:p>
        </p:txBody>
      </p:sp>
      <p:sp>
        <p:nvSpPr>
          <p:cNvPr id="9" name="Text 7"/>
          <p:cNvSpPr/>
          <p:nvPr/>
        </p:nvSpPr>
        <p:spPr>
          <a:xfrm>
            <a:off x="621792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" y="38862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 volunteer organizers, with a community that includes everyone from solo founders to teams at the biggest AI labs in the world.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01568" cy="6858000"/>
          </a:xfrm>
          <a:prstGeom prst="rect">
            <a:avLst/>
          </a:prstGeom>
          <a:solidFill>
            <a:srgbClr val="FF640D">
              <a:alpha val="8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92024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400" dirty="0"/>
          </a:p>
        </p:txBody>
      </p:sp>
      <p:sp>
        <p:nvSpPr>
          <p:cNvPr id="5" name="Text 3"/>
          <p:cNvSpPr/>
          <p:nvPr/>
        </p:nvSpPr>
        <p:spPr>
          <a:xfrm>
            <a:off x="3886200" y="11704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 TOGETHER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858768" y="1572768"/>
            <a:ext cx="7132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repeatable event format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886200" y="3246120"/>
            <a:ext cx="681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already runs Demo Nights, hackathons, private dinners, and workshops. Choose one format that matches the local audience and can repeat.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FAQ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132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sequence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1938528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recommendation derived from the chapter brief; confirm timing and required approvals with AI Collective HQ.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8580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lead team and chapter purpose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347472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931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3931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the first format, venue, and partner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6364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2823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registration and activate local outreach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5256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1715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21715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the first event and review the evidence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plan · HQ validation required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401568" cy="6858000"/>
          </a:xfrm>
          <a:prstGeom prst="rect">
            <a:avLst/>
          </a:prstGeom>
          <a:solidFill>
            <a:srgbClr val="FF640D">
              <a:alpha val="8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92024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400" dirty="0"/>
          </a:p>
        </p:txBody>
      </p:sp>
      <p:sp>
        <p:nvSpPr>
          <p:cNvPr id="5" name="Text 3"/>
          <p:cNvSpPr/>
          <p:nvPr/>
        </p:nvSpPr>
        <p:spPr>
          <a:xfrm>
            <a:off x="3886200" y="11704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 TOGETHER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858768" y="1572768"/>
            <a:ext cx="7132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for financial sustainability before launch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886200" y="3246120"/>
            <a:ext cx="6812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a repeatable venue and partner model as a launch condition—not cleanup after the first event.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14300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begins at registration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2788920"/>
            <a:ext cx="6400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Code of Conduct covers attendees, speakers, sponsors, and volunteers. The current privacy policy governs event registration data and media use.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658368"/>
            <a:ext cx="3703320" cy="5440680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83880" y="3886200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SOURCE-BACKED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156448" y="43159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Conduct and Privacy policies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· Conduct and Privacy policies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TOGETHER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three decisions before announcing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632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1717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launch is credible when ownership, the first experience, and the operating partner are explicit.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720840" y="1078992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67728" y="140817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0" y="128016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owns the chapter and each launch workstream?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720840" y="2194560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67728" y="25237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498080" y="239572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first event format and target date?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20840" y="3310128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363931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498080" y="35112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venue or partner makes the cadence sustainable?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decision frame · HQ validation required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ACTION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a 30-day chapter launch sprint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000000">
              <a:alpha val="8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week one to confirm owners and HQ requirements. Do not announce until the first format, date, venue, and trust obligations have named owners.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WorkshopLM recommendation · grounded in chapter brief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decision</dc:title>
  <dc:subject>Grounded, source-defensible presentation</dc:subject>
  <dc:creator>WorkshopLM</dc:creator>
  <cp:lastModifiedBy>WorkshopLM</cp:lastModifiedBy>
  <cp:revision>1</cp:revision>
  <dcterms:created xsi:type="dcterms:W3CDTF">2026-07-16T04:05:51Z</dcterms:created>
  <dcterms:modified xsi:type="dcterms:W3CDTF">2026-07-16T04:05:51Z</dcterms:modified>
</cp:coreProperties>
</file>