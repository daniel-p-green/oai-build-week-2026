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BOARD PRESENTATION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EVIDENCE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4196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96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44196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1534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34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81534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ORGANIZERS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EVIDENCE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788920"/>
            <a:ext cx="5257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published policies set the operating baseline for the first event.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07899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48272" y="177393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33488" y="128016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applies to attendees, speakers, sponsors, and volunteers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92240" y="281635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48272" y="351129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33488" y="301752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rules cover registration data and media use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2026-07-16T05:15:27Z</dcterms:created>
  <dcterms:modified xsi:type="dcterms:W3CDTF">2026-07-16T05:15:27Z</dcterms:modified>
</cp:coreProperties>
</file>