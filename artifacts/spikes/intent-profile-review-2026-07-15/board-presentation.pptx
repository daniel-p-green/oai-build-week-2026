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05
Claim ID: claim-bb80dd1be045-4-1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chunk 79
Claim ID: claim-60bb5377e97a-78-1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https://newsletter.aicollective.com/ · Frequently Asked Questions · What’s The AI Collective itself?
Claim ID: claim-aic-event-formats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derived-30-day-launch-plan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 · chunk 30
Claim ID: claim-bb80dd1be045-29-2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https://www.aicollective.com/files/Code%20of%20Conduct.pdf · Purpose, Scope, Expected Behavior
https://www.aicollective.com/files/Data%20Privacy%20and%20Use%20Policy%20~%20The%20AI%20Collective.pdf · Introduction and Scope
Claim ID: claim-aic-conduct-privacy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Derived from approved Workshop brief · validate with AI Collective HQ
Claim ID: derived-launch-decisions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WorkshopLM source trace
Local PDF · GenAI Collective Chapter Startup FAQ.pdf
https://newsletter.aicollective.com/ · Frequently Asked Questions
Claim ID: derived-launch-recommendation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5800" y="566928"/>
            <a:ext cx="515472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4343400"/>
            <a:ext cx="9326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BOARD PRESENTATION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58368" y="4681728"/>
            <a:ext cx="8321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chapter launch decision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85800" y="583387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decision-ready plan for launching a credible, repeatable local chapter.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brief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7899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72768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local front door to applied AI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chapter lead becomes a visible facilitator and go-to resource for the local AI community.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EVIDENCE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858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6858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4196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196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44196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153400" y="1353312"/>
            <a:ext cx="3322320" cy="228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3400" y="1627632"/>
            <a:ext cx="3322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0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5000" dirty="0"/>
          </a:p>
        </p:txBody>
      </p:sp>
      <p:sp>
        <p:nvSpPr>
          <p:cNvPr id="12" name="Text 10"/>
          <p:cNvSpPr/>
          <p:nvPr/>
        </p:nvSpPr>
        <p:spPr>
          <a:xfrm>
            <a:off x="8153400" y="2962656"/>
            <a:ext cx="332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ORGANIZERS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685800" y="3886200"/>
            <a:ext cx="8961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community that includes everyone from solo founders to teams at the biggest AI labs in the world.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one repeatable event format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network already runs Demo Nights, hackathons, private dinners, and workshops. Choose one format that matches the local audience and can repeat.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Newsletter ·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13232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07899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four-week launch sequence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1938528"/>
            <a:ext cx="9326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1717">
                    <a:alpha val="7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WorkshopLM recommendation derived from the chapter brief; confirm timing and required approvals with AI Collective HQ.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580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lead team and chapter purpose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347472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3931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3931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the first format, venue, and partner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6364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6364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2823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registration and activate local outreach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052560" y="2743200"/>
            <a:ext cx="2468880" cy="32004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2779776"/>
            <a:ext cx="2468880" cy="1965960"/>
          </a:xfrm>
          <a:prstGeom prst="rect">
            <a:avLst/>
          </a:prstGeom>
          <a:solidFill>
            <a:srgbClr val="FF640D">
              <a:alpha val="5000"/>
            </a:srgbClr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17152" y="3063240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4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9217152" y="349300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the first event and review the evidence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plan · HQ validation required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51560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554480"/>
            <a:ext cx="4846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for financial sustainability before launch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89320" y="1078992"/>
            <a:ext cx="50292" cy="4251960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46520" y="1508760"/>
            <a:ext cx="46177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a repeatable venue and partner model as a launch condition—not cleanup after the first event.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Chapter Startup FAQ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74980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EVIDENCE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6675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begins at registration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85800" y="2788920"/>
            <a:ext cx="6400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of Conduct covers attendees, speakers, sponsors, and volunteers. The current privacy policy governs event registration data and media use.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818120" y="658368"/>
            <a:ext cx="3703320" cy="5440680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83880" y="3886200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SOURCE-BACKED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156448" y="43159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Collective · Conduct and Privacy policies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AI Collective · Conduct and Privacy policies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DECISION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353312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1717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three decisions before announcing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30632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1717">
                    <a:alpha val="7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launch is credible when ownership, the first experience, and the operating partner are explicit.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20840" y="1078992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67728" y="140817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498080" y="1280160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owns the chapter and each launch workstream?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720840" y="2194560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67728" y="25237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498080" y="2395728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first event format and target date?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20840" y="3310128"/>
            <a:ext cx="4754880" cy="896112"/>
          </a:xfrm>
          <a:prstGeom prst="rect">
            <a:avLst/>
          </a:prstGeom>
          <a:solidFill>
            <a:srgbClr val="171717"/>
          </a:solidFill>
          <a:ln w="12700">
            <a:solidFill>
              <a:srgbClr val="17171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363931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64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498080" y="3511296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venue or partner makes the cadence sustainable?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Derived decision frame · HQ validation required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171717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FF640D"/>
          </a:solidFill>
          <a:ln w="12700">
            <a:solidFill>
              <a:srgbClr val="FF640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932688"/>
            <a:ext cx="5120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DECISION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1417320"/>
            <a:ext cx="1037844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2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30-day chapter launch sprint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685800" y="4041648"/>
            <a:ext cx="64008" cy="1170432"/>
          </a:xfrm>
          <a:prstGeom prst="rect">
            <a:avLst/>
          </a:prstGeom>
          <a:solidFill>
            <a:srgbClr val="000000">
              <a:alpha val="80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005072"/>
            <a:ext cx="8138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FAF8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week one to confirm owners and HQ requirements. Do not announce until the first format, date, venue, and trust obligations have named owners.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58368" y="6547104"/>
            <a:ext cx="9966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WorkshopLM recommendation · grounded in chapter brief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1018520" y="651967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AF8F3">
                    <a:alpha val="66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WorkshopLM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Collective chapter launch decision</dc:title>
  <dc:subject>Grounded, source-defensible presentation</dc:subject>
  <dc:creator>WorkshopLM</dc:creator>
  <cp:lastModifiedBy>WorkshopLM</cp:lastModifiedBy>
  <cp:revision>1</cp:revision>
  <dcterms:created xsi:type="dcterms:W3CDTF">2026-07-16T04:58:07Z</dcterms:created>
  <dcterms:modified xsi:type="dcterms:W3CDTF">2026-07-16T04:58:07Z</dcterms:modified>
</cp:coreProperties>
</file>