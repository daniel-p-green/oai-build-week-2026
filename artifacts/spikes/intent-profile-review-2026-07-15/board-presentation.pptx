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BOARD PRESENTATION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1207008"/>
            <a:ext cx="64008" cy="416052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281160" y="43159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400" dirty="0">
                <a:solidFill>
                  <a:srgbClr val="FF640D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5" name="Text 3"/>
          <p:cNvSpPr/>
          <p:nvPr/>
        </p:nvSpPr>
        <p:spPr>
          <a:xfrm>
            <a:off x="1005840" y="135331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CONTEXT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87552" y="1828800"/>
            <a:ext cx="8412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EVIDENCE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2026-07-16T00:31:59Z</dcterms:created>
  <dcterms:modified xsi:type="dcterms:W3CDTF">2026-07-16T00:31:59Z</dcterms:modified>
</cp:coreProperties>
</file>